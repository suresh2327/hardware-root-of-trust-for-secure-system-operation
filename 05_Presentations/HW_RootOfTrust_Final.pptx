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76" r:id="rId6"/>
    <p:sldId id="277" r:id="rId7"/>
    <p:sldId id="279" r:id="rId8"/>
    <p:sldId id="280" r:id="rId9"/>
    <p:sldId id="281" r:id="rId10"/>
    <p:sldId id="282" r:id="rId11"/>
    <p:sldId id="285" r:id="rId12"/>
    <p:sldId id="283" r:id="rId13"/>
    <p:sldId id="284" r:id="rId14"/>
    <p:sldId id="286" r:id="rId15"/>
    <p:sldId id="291" r:id="rId16"/>
    <p:sldId id="287" r:id="rId17"/>
    <p:sldId id="288" r:id="rId18"/>
    <p:sldId id="289" r:id="rId19"/>
    <p:sldId id="290" r:id="rId20"/>
    <p:sldId id="274" r:id="rId2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10"/>
  </p:normalViewPr>
  <p:slideViewPr>
    <p:cSldViewPr snapToGrid="0" snapToObjects="1">
      <p:cViewPr varScale="1">
        <p:scale>
          <a:sx n="117" d="100"/>
          <a:sy n="117" d="100"/>
        </p:scale>
        <p:origin x="494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958208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60424A-94AA-7206-7514-501B0B52F9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649EFF3-3FEB-AFC0-0E1E-ADDBF5023A3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C828123-5D7D-EDC7-AB6C-D025DAE24EE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E9A5C3-CD9B-9728-4144-9EA77274549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937746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DCF400-B41F-D582-01D4-9856C0E0C2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EF7E99C-FE3C-0C51-C65F-DF9F07AA644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DE18DB9-15F9-D9CD-F6DD-E9E82CDB9E2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556DA05-D1D4-E642-B561-CF1C3E8B45B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04104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7D6C87-02D0-BD5C-E536-7C0E032C47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CA27633-7FAF-9F1F-B45C-EB38D840176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B467135-CD89-F5F4-22FD-1F32613D410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E9CF721-C87E-01C0-B8E8-07D3F847B98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337441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F8D043-46B7-7838-D003-618E3F7510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5AC33A3-B19B-5815-42FF-17E9761DD4E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5350375-4EE8-8F32-08F6-98AF55B6387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B6DBE16-DC29-CC52-EDCC-769C089310C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320545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538B4F-F777-7BA0-06DA-91486B5F2A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CAF2BAD-19BB-32B9-8934-B5F0B638CBB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7258999-D0E3-D610-1F48-741CD0466F7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0DFD62-121D-2E49-EB31-706B3811C81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441034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56008C-F6D8-8BFC-5831-3C018506A3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23B2478-B637-E89E-7CC9-7F459AFE51A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A4E2A59-0EFE-9332-8A80-C5642382D80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6D405AB-D34C-3748-ECA6-3277DDEC9D5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624880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38187D-A527-56EC-7AC3-9046146B72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A0B74A8-114C-81D9-C9D5-E3BFCF2D311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FBBA2DF-FAE3-FDA1-FF2F-44E4A5CB499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4275ACB-000D-25D1-0A71-C5F2B3760A2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214154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19BED4-AF62-DE22-9264-CE928074F5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C4D4E08-9B01-8C12-DD8F-89EDA063CD6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CD99392-92BB-4986-62C8-B551967DBFA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B00AFC2-FCB7-6C81-9838-FBEB2DAD052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61622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9FF85A-3C73-22CB-C1D3-1A4BC18F81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296BD77-3106-6630-5A21-2CF3DB8BEE3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8DC2C7E-09A4-8673-94D9-5E3BDA3DB00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5A5A648-74E5-8445-2203-2809BE65006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662403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AE96A7-62DD-1A80-702D-4DC135B82E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CDC1013-8DB9-C34F-D649-F69B77F1EDC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281DB5A-E654-1BAE-5E68-D1B63F6FC31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C179663-1934-7955-BC2A-7A9646129D8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288554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A949E6-1BBF-4D07-5A42-7B8C1FE6C9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6E5757B-45B4-43CC-17C1-62D2ECC59B0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DDDB7CB-322F-2471-C8C6-F859BAA37AC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B4991EA-47C6-58DB-F4E7-A5E04031AC8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584741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813304-8D96-DDBA-CF88-B92B74D700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C901A80-7121-20C2-BD95-121D04BBC14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5A98B9A-C408-2387-D524-67172239C71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B0ED089-A1F9-2997-7D21-6641360DC7B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655244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4AD837-7678-DD09-D359-2D1706A42B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A35F8D4-0DB2-C3A3-AF1E-92EA7A724E7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BEEBF28-4C14-1856-DCB4-DDED3C60F8F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2294196-310D-69A8-67F9-DB31F150CF5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30994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B791BB-7A38-E72C-23D6-2A0BAC1CF5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D986D56-C177-049E-E3B4-C24EB9451EE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206B184-BEB1-360B-7965-9F99ED312C0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DC8E2A4-4535-5956-66D0-2547C0B5175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856905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9D56C4-78EA-9753-7255-906B3098EE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D0A4D26-C01C-06B5-40D3-39BFB054B33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CE33F10-CC22-8649-070D-B709F72382A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B30C37-3CB6-73F2-6163-DF0F83D4A27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1751073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4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" name="Picture 71">
            <a:extLst>
              <a:ext uri="{FF2B5EF4-FFF2-40B4-BE49-F238E27FC236}">
                <a16:creationId xmlns:a16="http://schemas.microsoft.com/office/drawing/2014/main" id="{B518C7C6-08C4-BC12-5A2A-FFA58AD7962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100">
        <p159:morph option="byObject"/>
      </p:transition>
    </mc:Choice>
    <mc:Fallback xmlns="">
      <p:transition spd="med">
        <p:fade/>
      </p:transition>
    </mc:Fallback>
  </mc:AlternateContent>
  <p:timing>
    <p:tnLst>
      <p:par>
        <p:cTn id="1" dur="indefinite" restart="whenNotActive" nodeType="tmRoot">
          <p:childTnLst>
            <p:par>
              <p:cTn id="2" fill="hold" nodeType="mainSeq">
                <p:stCondLst>
                  <p:cond delay="indefinite"/>
                </p:stCondLst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nodeType="clickEffect">
                            <p:stCondLst>
                              <p:cond delay="0"/>
                            </p:stCondLst>
                            <p:childTnLst>
                              <p:par>
                                <p:cTn id="5" dur="500" fill="hold">
                                  <p:childTnLst>
                                    <p:set>
                                      <p:cBhvr>
                                        <p:cTn id="6" dur="1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par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4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" cy="5143500"/>
          </a:xfrm>
          <a:prstGeom prst="rect">
            <a:avLst/>
          </a:prstGeom>
          <a:solidFill>
            <a:srgbClr val="0A2040"/>
          </a:solidFill>
          <a:ln w="3810">
            <a:solidFill>
              <a:srgbClr val="0A20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914400" y="0"/>
            <a:ext cx="4572" cy="5143500"/>
          </a:xfrm>
          <a:prstGeom prst="rect">
            <a:avLst/>
          </a:prstGeom>
          <a:solidFill>
            <a:srgbClr val="0A2040"/>
          </a:solidFill>
          <a:ln w="3810">
            <a:solidFill>
              <a:srgbClr val="0A20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1828800" y="0"/>
            <a:ext cx="4572" cy="5143500"/>
          </a:xfrm>
          <a:prstGeom prst="rect">
            <a:avLst/>
          </a:prstGeom>
          <a:solidFill>
            <a:srgbClr val="0A2040"/>
          </a:solidFill>
          <a:ln w="3810">
            <a:solidFill>
              <a:srgbClr val="0A20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2743200" y="0"/>
            <a:ext cx="4572" cy="5143500"/>
          </a:xfrm>
          <a:prstGeom prst="rect">
            <a:avLst/>
          </a:prstGeom>
          <a:solidFill>
            <a:srgbClr val="0A2040"/>
          </a:solidFill>
          <a:ln w="3810">
            <a:solidFill>
              <a:srgbClr val="0A20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657600" y="0"/>
            <a:ext cx="4572" cy="5143500"/>
          </a:xfrm>
          <a:prstGeom prst="rect">
            <a:avLst/>
          </a:prstGeom>
          <a:solidFill>
            <a:srgbClr val="0A2040"/>
          </a:solidFill>
          <a:ln w="3810">
            <a:solidFill>
              <a:srgbClr val="0A20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4572000" y="0"/>
            <a:ext cx="4572" cy="5143500"/>
          </a:xfrm>
          <a:prstGeom prst="rect">
            <a:avLst/>
          </a:prstGeom>
          <a:solidFill>
            <a:srgbClr val="0A2040"/>
          </a:solidFill>
          <a:ln w="3810">
            <a:solidFill>
              <a:srgbClr val="0A20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5486400" y="0"/>
            <a:ext cx="4572" cy="5143500"/>
          </a:xfrm>
          <a:prstGeom prst="rect">
            <a:avLst/>
          </a:prstGeom>
          <a:solidFill>
            <a:srgbClr val="0A2040"/>
          </a:solidFill>
          <a:ln w="3810">
            <a:solidFill>
              <a:srgbClr val="0A20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6400800" y="0"/>
            <a:ext cx="4572" cy="5143500"/>
          </a:xfrm>
          <a:prstGeom prst="rect">
            <a:avLst/>
          </a:prstGeom>
          <a:solidFill>
            <a:srgbClr val="0A2040"/>
          </a:solidFill>
          <a:ln w="3810">
            <a:solidFill>
              <a:srgbClr val="0A20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7315200" y="0"/>
            <a:ext cx="4572" cy="5143500"/>
          </a:xfrm>
          <a:prstGeom prst="rect">
            <a:avLst/>
          </a:prstGeom>
          <a:solidFill>
            <a:srgbClr val="0A2040"/>
          </a:solidFill>
          <a:ln w="3810">
            <a:solidFill>
              <a:srgbClr val="0A20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8229600" y="0"/>
            <a:ext cx="4572" cy="5143500"/>
          </a:xfrm>
          <a:prstGeom prst="rect">
            <a:avLst/>
          </a:prstGeom>
          <a:solidFill>
            <a:srgbClr val="0A2040"/>
          </a:solidFill>
          <a:ln w="3810">
            <a:solidFill>
              <a:srgbClr val="0A20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9144000" y="0"/>
            <a:ext cx="4572" cy="5143500"/>
          </a:xfrm>
          <a:prstGeom prst="rect">
            <a:avLst/>
          </a:prstGeom>
          <a:solidFill>
            <a:srgbClr val="0A2040"/>
          </a:solidFill>
          <a:ln w="3810">
            <a:solidFill>
              <a:srgbClr val="0A20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0" y="0"/>
            <a:ext cx="9144000" cy="4572"/>
          </a:xfrm>
          <a:prstGeom prst="rect">
            <a:avLst/>
          </a:prstGeom>
          <a:solidFill>
            <a:srgbClr val="0A2040"/>
          </a:solidFill>
          <a:ln w="3810">
            <a:solidFill>
              <a:srgbClr val="0A20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0" y="822960"/>
            <a:ext cx="9144000" cy="4572"/>
          </a:xfrm>
          <a:prstGeom prst="rect">
            <a:avLst/>
          </a:prstGeom>
          <a:solidFill>
            <a:srgbClr val="0A2040"/>
          </a:solidFill>
          <a:ln w="3810">
            <a:solidFill>
              <a:srgbClr val="0A20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0" y="1645920"/>
            <a:ext cx="9144000" cy="4572"/>
          </a:xfrm>
          <a:prstGeom prst="rect">
            <a:avLst/>
          </a:prstGeom>
          <a:solidFill>
            <a:srgbClr val="0A2040"/>
          </a:solidFill>
          <a:ln w="3810">
            <a:solidFill>
              <a:srgbClr val="0A20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0" y="2468880"/>
            <a:ext cx="9144000" cy="4572"/>
          </a:xfrm>
          <a:prstGeom prst="rect">
            <a:avLst/>
          </a:prstGeom>
          <a:solidFill>
            <a:srgbClr val="0A2040"/>
          </a:solidFill>
          <a:ln w="3810">
            <a:solidFill>
              <a:srgbClr val="0A20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0" y="3291840"/>
            <a:ext cx="9144000" cy="4572"/>
          </a:xfrm>
          <a:prstGeom prst="rect">
            <a:avLst/>
          </a:prstGeom>
          <a:solidFill>
            <a:srgbClr val="0A2040"/>
          </a:solidFill>
          <a:ln w="3810">
            <a:solidFill>
              <a:srgbClr val="0A20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0" y="4114800"/>
            <a:ext cx="9144000" cy="4572"/>
          </a:xfrm>
          <a:prstGeom prst="rect">
            <a:avLst/>
          </a:prstGeom>
          <a:solidFill>
            <a:srgbClr val="0A2040"/>
          </a:solidFill>
          <a:ln w="3810">
            <a:solidFill>
              <a:srgbClr val="0A20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0" y="4937760"/>
            <a:ext cx="9144000" cy="4572"/>
          </a:xfrm>
          <a:prstGeom prst="rect">
            <a:avLst/>
          </a:prstGeom>
          <a:solidFill>
            <a:srgbClr val="0A2040"/>
          </a:solidFill>
          <a:ln w="3810">
            <a:solidFill>
              <a:srgbClr val="0A20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0" y="5093208"/>
            <a:ext cx="9144000" cy="50292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73152" y="64008"/>
            <a:ext cx="274320" cy="36576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73152" y="64008"/>
            <a:ext cx="36576" cy="22860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8796528" y="64008"/>
            <a:ext cx="274320" cy="36576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9034272" y="64008"/>
            <a:ext cx="36576" cy="22860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73152" y="5042916"/>
            <a:ext cx="274320" cy="36576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73152" y="4850892"/>
            <a:ext cx="36576" cy="22860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8796528" y="5042916"/>
            <a:ext cx="274320" cy="36576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9034272" y="4850892"/>
            <a:ext cx="36576" cy="22860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2194560" y="4206240"/>
            <a:ext cx="4754880" cy="548640"/>
          </a:xfrm>
          <a:prstGeom prst="rect">
            <a:avLst/>
          </a:prstGeom>
          <a:solidFill>
            <a:srgbClr val="001E0E">
              <a:alpha val="90000"/>
            </a:srgbClr>
          </a:solidFill>
          <a:ln w="17780">
            <a:solidFill>
              <a:srgbClr val="00CC66"/>
            </a:solidFill>
            <a:prstDash val="soli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2194560" y="4206240"/>
            <a:ext cx="4754880" cy="548640"/>
          </a:xfrm>
          <a:prstGeom prst="rect">
            <a:avLst/>
          </a:prstGeom>
          <a:noFill/>
          <a:ln/>
          <a:effectLst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CC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DEVICE TO BE AUTHENTICATED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7150608" y="116762"/>
            <a:ext cx="1883664" cy="365760"/>
          </a:xfrm>
          <a:prstGeom prst="rect">
            <a:avLst/>
          </a:prstGeom>
          <a:solidFill>
            <a:srgbClr val="071830"/>
          </a:solidFill>
          <a:ln w="12700">
            <a:solidFill>
              <a:srgbClr val="00D4FF"/>
            </a:solidFill>
            <a:prstDash val="soli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7150608" y="137160"/>
            <a:ext cx="1883664" cy="320040"/>
          </a:xfrm>
          <a:prstGeom prst="rect">
            <a:avLst/>
          </a:prstGeom>
          <a:noFill/>
          <a:ln/>
          <a:effectLst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 · COMPONENTS</a:t>
            </a:r>
            <a:endParaRPr lang="en-US" sz="700" dirty="0"/>
          </a:p>
        </p:txBody>
      </p:sp>
      <p:sp>
        <p:nvSpPr>
          <p:cNvPr id="37" name="Shape 35"/>
          <p:cNvSpPr/>
          <p:nvPr/>
        </p:nvSpPr>
        <p:spPr>
          <a:xfrm>
            <a:off x="64008" y="4681728"/>
            <a:ext cx="1888236" cy="347472"/>
          </a:xfrm>
          <a:prstGeom prst="rect">
            <a:avLst/>
          </a:prstGeom>
          <a:solidFill>
            <a:srgbClr val="071830"/>
          </a:solidFill>
          <a:ln w="10160">
            <a:solidFill>
              <a:srgbClr val="00D4FF"/>
            </a:solidFill>
            <a:prstDash val="soli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109728" y="4668012"/>
            <a:ext cx="1883664" cy="347472"/>
          </a:xfrm>
          <a:prstGeom prst="rect">
            <a:avLst/>
          </a:prstGeom>
          <a:noFill/>
          <a:ln/>
          <a:effectLst/>
        </p:spPr>
        <p:txBody>
          <a:bodyPr wrap="square" lIns="0" tIns="7620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 Memory and Device identified ]</a:t>
            </a:r>
            <a:endParaRPr lang="en-US" sz="800" dirty="0"/>
          </a:p>
        </p:txBody>
      </p:sp>
      <p:sp>
        <p:nvSpPr>
          <p:cNvPr id="43" name="Shape 30">
            <a:extLst>
              <a:ext uri="{FF2B5EF4-FFF2-40B4-BE49-F238E27FC236}">
                <a16:creationId xmlns:a16="http://schemas.microsoft.com/office/drawing/2014/main" id="{496685EA-30E5-7E47-47D6-C053C39DBD45}"/>
              </a:ext>
            </a:extLst>
          </p:cNvPr>
          <p:cNvSpPr/>
          <p:nvPr/>
        </p:nvSpPr>
        <p:spPr>
          <a:xfrm>
            <a:off x="3627120" y="109728"/>
            <a:ext cx="1920240" cy="475488"/>
          </a:xfrm>
          <a:prstGeom prst="rect">
            <a:avLst/>
          </a:prstGeom>
          <a:solidFill>
            <a:srgbClr val="180038"/>
          </a:solidFill>
          <a:ln w="15240">
            <a:solidFill>
              <a:srgbClr val="8844EE"/>
            </a:solidFill>
            <a:prstDash val="soli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44" name="Text 31">
            <a:extLst>
              <a:ext uri="{FF2B5EF4-FFF2-40B4-BE49-F238E27FC236}">
                <a16:creationId xmlns:a16="http://schemas.microsoft.com/office/drawing/2014/main" id="{11F9B5D4-E0E3-99C6-063F-CB8DDA31A18B}"/>
              </a:ext>
            </a:extLst>
          </p:cNvPr>
          <p:cNvSpPr/>
          <p:nvPr/>
        </p:nvSpPr>
        <p:spPr>
          <a:xfrm>
            <a:off x="3627120" y="109728"/>
            <a:ext cx="1920240" cy="266273"/>
          </a:xfrm>
          <a:prstGeom prst="rect">
            <a:avLst/>
          </a:prstGeom>
          <a:noFill/>
          <a:ln/>
          <a:effectLst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MEMORY</a:t>
            </a:r>
            <a:endParaRPr lang="en-US" sz="900" dirty="0"/>
          </a:p>
        </p:txBody>
      </p:sp>
      <p:sp>
        <p:nvSpPr>
          <p:cNvPr id="45" name="Text 32">
            <a:extLst>
              <a:ext uri="{FF2B5EF4-FFF2-40B4-BE49-F238E27FC236}">
                <a16:creationId xmlns:a16="http://schemas.microsoft.com/office/drawing/2014/main" id="{BC04A640-23C3-2E83-8AC0-F7F73360D6AA}"/>
              </a:ext>
            </a:extLst>
          </p:cNvPr>
          <p:cNvSpPr/>
          <p:nvPr/>
        </p:nvSpPr>
        <p:spPr>
          <a:xfrm>
            <a:off x="3627120" y="356982"/>
            <a:ext cx="1920240" cy="228234"/>
          </a:xfrm>
          <a:prstGeom prst="rect">
            <a:avLst/>
          </a:prstGeom>
          <a:noFill/>
          <a:ln/>
          <a:effectLst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00" i="1" dirty="0">
                <a:solidFill>
                  <a:srgbClr val="6688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DDR / Flash</a:t>
            </a:r>
            <a:endParaRPr lang="en-US" sz="7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med" p14:dur="700">
        <p159:morph option="byObject"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4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" cy="5143500"/>
          </a:xfrm>
          <a:prstGeom prst="rect">
            <a:avLst/>
          </a:prstGeom>
          <a:solidFill>
            <a:srgbClr val="0A2040"/>
          </a:solidFill>
          <a:ln w="3810">
            <a:solidFill>
              <a:srgbClr val="0A20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914400" y="0"/>
            <a:ext cx="4572" cy="5143500"/>
          </a:xfrm>
          <a:prstGeom prst="rect">
            <a:avLst/>
          </a:prstGeom>
          <a:solidFill>
            <a:srgbClr val="0A2040"/>
          </a:solidFill>
          <a:ln w="3810">
            <a:solidFill>
              <a:srgbClr val="0A20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1828800" y="0"/>
            <a:ext cx="4572" cy="5143500"/>
          </a:xfrm>
          <a:prstGeom prst="rect">
            <a:avLst/>
          </a:prstGeom>
          <a:solidFill>
            <a:srgbClr val="0A2040"/>
          </a:solidFill>
          <a:ln w="3810">
            <a:solidFill>
              <a:srgbClr val="0A20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2743200" y="0"/>
            <a:ext cx="4572" cy="5143500"/>
          </a:xfrm>
          <a:prstGeom prst="rect">
            <a:avLst/>
          </a:prstGeom>
          <a:solidFill>
            <a:srgbClr val="0A2040"/>
          </a:solidFill>
          <a:ln w="3810">
            <a:solidFill>
              <a:srgbClr val="0A20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657600" y="0"/>
            <a:ext cx="4572" cy="5143500"/>
          </a:xfrm>
          <a:prstGeom prst="rect">
            <a:avLst/>
          </a:prstGeom>
          <a:solidFill>
            <a:srgbClr val="0A2040"/>
          </a:solidFill>
          <a:ln w="3810">
            <a:solidFill>
              <a:srgbClr val="0A20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4572000" y="0"/>
            <a:ext cx="4572" cy="5143500"/>
          </a:xfrm>
          <a:prstGeom prst="rect">
            <a:avLst/>
          </a:prstGeom>
          <a:solidFill>
            <a:srgbClr val="0A2040"/>
          </a:solidFill>
          <a:ln w="3810">
            <a:solidFill>
              <a:srgbClr val="0A20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5486400" y="0"/>
            <a:ext cx="4572" cy="5143500"/>
          </a:xfrm>
          <a:prstGeom prst="rect">
            <a:avLst/>
          </a:prstGeom>
          <a:solidFill>
            <a:srgbClr val="0A2040"/>
          </a:solidFill>
          <a:ln w="3810">
            <a:solidFill>
              <a:srgbClr val="0A20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6400800" y="0"/>
            <a:ext cx="4572" cy="5143500"/>
          </a:xfrm>
          <a:prstGeom prst="rect">
            <a:avLst/>
          </a:prstGeom>
          <a:solidFill>
            <a:srgbClr val="0A2040"/>
          </a:solidFill>
          <a:ln w="3810">
            <a:solidFill>
              <a:srgbClr val="0A20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7315200" y="0"/>
            <a:ext cx="4572" cy="5143500"/>
          </a:xfrm>
          <a:prstGeom prst="rect">
            <a:avLst/>
          </a:prstGeom>
          <a:solidFill>
            <a:srgbClr val="0A2040"/>
          </a:solidFill>
          <a:ln w="3810">
            <a:solidFill>
              <a:srgbClr val="0A20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8229600" y="0"/>
            <a:ext cx="4572" cy="5143500"/>
          </a:xfrm>
          <a:prstGeom prst="rect">
            <a:avLst/>
          </a:prstGeom>
          <a:solidFill>
            <a:srgbClr val="0A2040"/>
          </a:solidFill>
          <a:ln w="3810">
            <a:solidFill>
              <a:srgbClr val="0A20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9144000" y="0"/>
            <a:ext cx="4572" cy="5143500"/>
          </a:xfrm>
          <a:prstGeom prst="rect">
            <a:avLst/>
          </a:prstGeom>
          <a:solidFill>
            <a:srgbClr val="0A2040"/>
          </a:solidFill>
          <a:ln w="3810">
            <a:solidFill>
              <a:srgbClr val="0A20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0" y="0"/>
            <a:ext cx="9144000" cy="4572"/>
          </a:xfrm>
          <a:prstGeom prst="rect">
            <a:avLst/>
          </a:prstGeom>
          <a:solidFill>
            <a:srgbClr val="0A2040"/>
          </a:solidFill>
          <a:ln w="3810">
            <a:solidFill>
              <a:srgbClr val="0A20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0" y="822960"/>
            <a:ext cx="9144000" cy="4572"/>
          </a:xfrm>
          <a:prstGeom prst="rect">
            <a:avLst/>
          </a:prstGeom>
          <a:solidFill>
            <a:srgbClr val="0A2040"/>
          </a:solidFill>
          <a:ln w="3810">
            <a:solidFill>
              <a:srgbClr val="0A20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0" y="1645920"/>
            <a:ext cx="9144000" cy="4572"/>
          </a:xfrm>
          <a:prstGeom prst="rect">
            <a:avLst/>
          </a:prstGeom>
          <a:solidFill>
            <a:srgbClr val="0A2040"/>
          </a:solidFill>
          <a:ln w="3810">
            <a:solidFill>
              <a:srgbClr val="0A20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0" y="2468880"/>
            <a:ext cx="9144000" cy="4572"/>
          </a:xfrm>
          <a:prstGeom prst="rect">
            <a:avLst/>
          </a:prstGeom>
          <a:solidFill>
            <a:srgbClr val="0A2040"/>
          </a:solidFill>
          <a:ln w="3810">
            <a:solidFill>
              <a:srgbClr val="0A20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0" y="3291840"/>
            <a:ext cx="9144000" cy="4572"/>
          </a:xfrm>
          <a:prstGeom prst="rect">
            <a:avLst/>
          </a:prstGeom>
          <a:solidFill>
            <a:srgbClr val="0A2040"/>
          </a:solidFill>
          <a:ln w="3810">
            <a:solidFill>
              <a:srgbClr val="0A20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0" y="4114800"/>
            <a:ext cx="9144000" cy="4572"/>
          </a:xfrm>
          <a:prstGeom prst="rect">
            <a:avLst/>
          </a:prstGeom>
          <a:solidFill>
            <a:srgbClr val="0A2040"/>
          </a:solidFill>
          <a:ln w="3810">
            <a:solidFill>
              <a:srgbClr val="0A20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0" y="4937760"/>
            <a:ext cx="9144000" cy="4572"/>
          </a:xfrm>
          <a:prstGeom prst="rect">
            <a:avLst/>
          </a:prstGeom>
          <a:solidFill>
            <a:srgbClr val="0A2040"/>
          </a:solidFill>
          <a:ln w="3810">
            <a:solidFill>
              <a:srgbClr val="0A20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0" y="5093208"/>
            <a:ext cx="9144000" cy="50292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73152" y="64008"/>
            <a:ext cx="274320" cy="36576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73152" y="64008"/>
            <a:ext cx="36576" cy="22860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8796528" y="64008"/>
            <a:ext cx="274320" cy="36576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9034272" y="64008"/>
            <a:ext cx="36576" cy="22860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73152" y="5042916"/>
            <a:ext cx="274320" cy="36576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73152" y="4850892"/>
            <a:ext cx="36576" cy="22860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8796528" y="5042916"/>
            <a:ext cx="274320" cy="36576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9034272" y="4850892"/>
            <a:ext cx="36576" cy="22860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146304" y="713232"/>
            <a:ext cx="8851392" cy="3337560"/>
          </a:xfrm>
          <a:prstGeom prst="rect">
            <a:avLst/>
          </a:prstGeom>
          <a:solidFill>
            <a:srgbClr val="071830">
              <a:alpha val="80000"/>
            </a:srgbClr>
          </a:solidFill>
          <a:ln w="15240">
            <a:solidFill>
              <a:srgbClr val="0A30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256032" y="786384"/>
            <a:ext cx="2011680" cy="256032"/>
          </a:xfrm>
          <a:prstGeom prst="rect">
            <a:avLst/>
          </a:prstGeom>
          <a:noFill/>
          <a:ln/>
          <a:effectLst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b="1" kern="0" spc="300" dirty="0">
                <a:solidFill>
                  <a:srgbClr val="6688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TOP MODULE</a:t>
            </a:r>
            <a:endParaRPr lang="en-US" sz="750" dirty="0"/>
          </a:p>
        </p:txBody>
      </p:sp>
      <p:sp>
        <p:nvSpPr>
          <p:cNvPr id="35" name="Shape 33"/>
          <p:cNvSpPr/>
          <p:nvPr/>
        </p:nvSpPr>
        <p:spPr>
          <a:xfrm>
            <a:off x="2194560" y="4206240"/>
            <a:ext cx="4754880" cy="548640"/>
          </a:xfrm>
          <a:prstGeom prst="rect">
            <a:avLst/>
          </a:prstGeom>
          <a:solidFill>
            <a:srgbClr val="001E0E">
              <a:alpha val="90000"/>
            </a:srgbClr>
          </a:solidFill>
          <a:ln w="17780">
            <a:solidFill>
              <a:srgbClr val="00CC66"/>
            </a:solidFill>
            <a:prstDash val="soli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2194560" y="4206240"/>
            <a:ext cx="4754880" cy="548640"/>
          </a:xfrm>
          <a:prstGeom prst="rect">
            <a:avLst/>
          </a:prstGeom>
          <a:noFill/>
          <a:ln/>
          <a:effectLst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CC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DEVICE TO BE AUTHENTICATED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7150608" y="112542"/>
            <a:ext cx="1883664" cy="365760"/>
          </a:xfrm>
          <a:prstGeom prst="rect">
            <a:avLst/>
          </a:prstGeom>
          <a:solidFill>
            <a:srgbClr val="071830"/>
          </a:solidFill>
          <a:ln w="12700">
            <a:solidFill>
              <a:srgbClr val="00D4FF"/>
            </a:solidFill>
            <a:prstDash val="soli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7150608" y="112542"/>
            <a:ext cx="1883664" cy="365760"/>
          </a:xfrm>
          <a:prstGeom prst="rect">
            <a:avLst/>
          </a:prstGeom>
          <a:noFill/>
          <a:ln/>
          <a:effectLst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 · TOP MODULE</a:t>
            </a:r>
            <a:endParaRPr lang="en-US" sz="700" dirty="0"/>
          </a:p>
        </p:txBody>
      </p:sp>
      <p:sp>
        <p:nvSpPr>
          <p:cNvPr id="39" name="Shape 37"/>
          <p:cNvSpPr/>
          <p:nvPr/>
        </p:nvSpPr>
        <p:spPr>
          <a:xfrm>
            <a:off x="109728" y="4668012"/>
            <a:ext cx="1796796" cy="347472"/>
          </a:xfrm>
          <a:prstGeom prst="rect">
            <a:avLst/>
          </a:prstGeom>
          <a:solidFill>
            <a:srgbClr val="071830"/>
          </a:solidFill>
          <a:ln w="10160">
            <a:solidFill>
              <a:srgbClr val="00D4FF"/>
            </a:solidFill>
            <a:prstDash val="soli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109728" y="4668012"/>
            <a:ext cx="4754880" cy="347472"/>
          </a:xfrm>
          <a:prstGeom prst="rect">
            <a:avLst/>
          </a:prstGeom>
          <a:noFill/>
          <a:ln/>
          <a:effectLst/>
        </p:spPr>
        <p:txBody>
          <a:bodyPr wrap="square" lIns="0" tIns="7620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 Top Module RTL instantiated ]</a:t>
            </a:r>
            <a:endParaRPr lang="en-US" sz="800" dirty="0"/>
          </a:p>
        </p:txBody>
      </p:sp>
      <p:sp>
        <p:nvSpPr>
          <p:cNvPr id="41" name="Shape 30">
            <a:extLst>
              <a:ext uri="{FF2B5EF4-FFF2-40B4-BE49-F238E27FC236}">
                <a16:creationId xmlns:a16="http://schemas.microsoft.com/office/drawing/2014/main" id="{491264C4-0747-EC0D-173F-4A667288157F}"/>
              </a:ext>
            </a:extLst>
          </p:cNvPr>
          <p:cNvSpPr/>
          <p:nvPr/>
        </p:nvSpPr>
        <p:spPr>
          <a:xfrm>
            <a:off x="3627120" y="109728"/>
            <a:ext cx="1920240" cy="475488"/>
          </a:xfrm>
          <a:prstGeom prst="rect">
            <a:avLst/>
          </a:prstGeom>
          <a:solidFill>
            <a:srgbClr val="180038"/>
          </a:solidFill>
          <a:ln w="15240">
            <a:solidFill>
              <a:srgbClr val="8844EE"/>
            </a:solidFill>
            <a:prstDash val="soli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42" name="Text 31">
            <a:extLst>
              <a:ext uri="{FF2B5EF4-FFF2-40B4-BE49-F238E27FC236}">
                <a16:creationId xmlns:a16="http://schemas.microsoft.com/office/drawing/2014/main" id="{F111F9B8-94CD-C9D1-D0E3-A16AA9A0F1E9}"/>
              </a:ext>
            </a:extLst>
          </p:cNvPr>
          <p:cNvSpPr/>
          <p:nvPr/>
        </p:nvSpPr>
        <p:spPr>
          <a:xfrm>
            <a:off x="3627120" y="109728"/>
            <a:ext cx="1920240" cy="266273"/>
          </a:xfrm>
          <a:prstGeom prst="rect">
            <a:avLst/>
          </a:prstGeom>
          <a:noFill/>
          <a:ln/>
          <a:effectLst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MEMORY</a:t>
            </a:r>
            <a:endParaRPr lang="en-US" sz="900" dirty="0"/>
          </a:p>
        </p:txBody>
      </p:sp>
      <p:sp>
        <p:nvSpPr>
          <p:cNvPr id="43" name="Text 32">
            <a:extLst>
              <a:ext uri="{FF2B5EF4-FFF2-40B4-BE49-F238E27FC236}">
                <a16:creationId xmlns:a16="http://schemas.microsoft.com/office/drawing/2014/main" id="{B01F3BF4-00C3-4489-C0E1-61B43168F5C8}"/>
              </a:ext>
            </a:extLst>
          </p:cNvPr>
          <p:cNvSpPr/>
          <p:nvPr/>
        </p:nvSpPr>
        <p:spPr>
          <a:xfrm>
            <a:off x="3627120" y="356982"/>
            <a:ext cx="1920240" cy="228234"/>
          </a:xfrm>
          <a:prstGeom prst="rect">
            <a:avLst/>
          </a:prstGeom>
          <a:noFill/>
          <a:ln/>
          <a:effectLst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00" i="1" dirty="0">
                <a:solidFill>
                  <a:srgbClr val="6688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DDR / Flash</a:t>
            </a:r>
            <a:endParaRPr lang="en-US" sz="7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med" p14:dur="700">
        <p159:morph option="byObject"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4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" cy="5143500"/>
          </a:xfrm>
          <a:prstGeom prst="rect">
            <a:avLst/>
          </a:prstGeom>
          <a:solidFill>
            <a:srgbClr val="0A2040"/>
          </a:solidFill>
          <a:ln w="3810">
            <a:solidFill>
              <a:srgbClr val="0A20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914400" y="0"/>
            <a:ext cx="4572" cy="5143500"/>
          </a:xfrm>
          <a:prstGeom prst="rect">
            <a:avLst/>
          </a:prstGeom>
          <a:solidFill>
            <a:srgbClr val="0A2040"/>
          </a:solidFill>
          <a:ln w="3810">
            <a:solidFill>
              <a:srgbClr val="0A20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1828800" y="0"/>
            <a:ext cx="4572" cy="5143500"/>
          </a:xfrm>
          <a:prstGeom prst="rect">
            <a:avLst/>
          </a:prstGeom>
          <a:solidFill>
            <a:srgbClr val="0A2040"/>
          </a:solidFill>
          <a:ln w="3810">
            <a:solidFill>
              <a:srgbClr val="0A20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2743200" y="0"/>
            <a:ext cx="4572" cy="5143500"/>
          </a:xfrm>
          <a:prstGeom prst="rect">
            <a:avLst/>
          </a:prstGeom>
          <a:solidFill>
            <a:srgbClr val="0A2040"/>
          </a:solidFill>
          <a:ln w="3810">
            <a:solidFill>
              <a:srgbClr val="0A20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657600" y="0"/>
            <a:ext cx="4572" cy="5143500"/>
          </a:xfrm>
          <a:prstGeom prst="rect">
            <a:avLst/>
          </a:prstGeom>
          <a:solidFill>
            <a:srgbClr val="0A2040"/>
          </a:solidFill>
          <a:ln w="3810">
            <a:solidFill>
              <a:srgbClr val="0A20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4572000" y="0"/>
            <a:ext cx="4572" cy="5143500"/>
          </a:xfrm>
          <a:prstGeom prst="rect">
            <a:avLst/>
          </a:prstGeom>
          <a:solidFill>
            <a:srgbClr val="0A2040"/>
          </a:solidFill>
          <a:ln w="3810">
            <a:solidFill>
              <a:srgbClr val="0A20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5486400" y="0"/>
            <a:ext cx="4572" cy="5143500"/>
          </a:xfrm>
          <a:prstGeom prst="rect">
            <a:avLst/>
          </a:prstGeom>
          <a:solidFill>
            <a:srgbClr val="0A2040"/>
          </a:solidFill>
          <a:ln w="3810">
            <a:solidFill>
              <a:srgbClr val="0A20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6400800" y="0"/>
            <a:ext cx="4572" cy="5143500"/>
          </a:xfrm>
          <a:prstGeom prst="rect">
            <a:avLst/>
          </a:prstGeom>
          <a:solidFill>
            <a:srgbClr val="0A2040"/>
          </a:solidFill>
          <a:ln w="3810">
            <a:solidFill>
              <a:srgbClr val="0A20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7315200" y="0"/>
            <a:ext cx="4572" cy="5143500"/>
          </a:xfrm>
          <a:prstGeom prst="rect">
            <a:avLst/>
          </a:prstGeom>
          <a:solidFill>
            <a:srgbClr val="0A2040"/>
          </a:solidFill>
          <a:ln w="3810">
            <a:solidFill>
              <a:srgbClr val="0A20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8229600" y="0"/>
            <a:ext cx="4572" cy="5143500"/>
          </a:xfrm>
          <a:prstGeom prst="rect">
            <a:avLst/>
          </a:prstGeom>
          <a:solidFill>
            <a:srgbClr val="0A2040"/>
          </a:solidFill>
          <a:ln w="3810">
            <a:solidFill>
              <a:srgbClr val="0A20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9144000" y="0"/>
            <a:ext cx="4572" cy="5143500"/>
          </a:xfrm>
          <a:prstGeom prst="rect">
            <a:avLst/>
          </a:prstGeom>
          <a:solidFill>
            <a:srgbClr val="0A2040"/>
          </a:solidFill>
          <a:ln w="3810">
            <a:solidFill>
              <a:srgbClr val="0A20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0" y="0"/>
            <a:ext cx="9144000" cy="4572"/>
          </a:xfrm>
          <a:prstGeom prst="rect">
            <a:avLst/>
          </a:prstGeom>
          <a:solidFill>
            <a:srgbClr val="0A2040"/>
          </a:solidFill>
          <a:ln w="3810">
            <a:solidFill>
              <a:srgbClr val="0A20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0" y="822960"/>
            <a:ext cx="9144000" cy="4572"/>
          </a:xfrm>
          <a:prstGeom prst="rect">
            <a:avLst/>
          </a:prstGeom>
          <a:solidFill>
            <a:srgbClr val="0A2040"/>
          </a:solidFill>
          <a:ln w="3810">
            <a:solidFill>
              <a:srgbClr val="0A20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0" y="1645920"/>
            <a:ext cx="9144000" cy="4572"/>
          </a:xfrm>
          <a:prstGeom prst="rect">
            <a:avLst/>
          </a:prstGeom>
          <a:solidFill>
            <a:srgbClr val="0A2040"/>
          </a:solidFill>
          <a:ln w="3810">
            <a:solidFill>
              <a:srgbClr val="0A20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0" y="2468880"/>
            <a:ext cx="9144000" cy="4572"/>
          </a:xfrm>
          <a:prstGeom prst="rect">
            <a:avLst/>
          </a:prstGeom>
          <a:solidFill>
            <a:srgbClr val="0A2040"/>
          </a:solidFill>
          <a:ln w="3810">
            <a:solidFill>
              <a:srgbClr val="0A20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0" y="3291840"/>
            <a:ext cx="9144000" cy="4572"/>
          </a:xfrm>
          <a:prstGeom prst="rect">
            <a:avLst/>
          </a:prstGeom>
          <a:solidFill>
            <a:srgbClr val="0A2040"/>
          </a:solidFill>
          <a:ln w="3810">
            <a:solidFill>
              <a:srgbClr val="0A20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0" y="4114800"/>
            <a:ext cx="9144000" cy="4572"/>
          </a:xfrm>
          <a:prstGeom prst="rect">
            <a:avLst/>
          </a:prstGeom>
          <a:solidFill>
            <a:srgbClr val="0A2040"/>
          </a:solidFill>
          <a:ln w="3810">
            <a:solidFill>
              <a:srgbClr val="0A20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0" y="4937760"/>
            <a:ext cx="9144000" cy="4572"/>
          </a:xfrm>
          <a:prstGeom prst="rect">
            <a:avLst/>
          </a:prstGeom>
          <a:solidFill>
            <a:srgbClr val="0A2040"/>
          </a:solidFill>
          <a:ln w="3810">
            <a:solidFill>
              <a:srgbClr val="0A20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0" y="5093208"/>
            <a:ext cx="9144000" cy="50292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73152" y="64008"/>
            <a:ext cx="274320" cy="36576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73152" y="64008"/>
            <a:ext cx="36576" cy="22860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8796528" y="64008"/>
            <a:ext cx="274320" cy="36576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9034272" y="64008"/>
            <a:ext cx="36576" cy="22860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73152" y="5042916"/>
            <a:ext cx="274320" cy="36576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73152" y="4850892"/>
            <a:ext cx="36576" cy="22860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8796528" y="5042916"/>
            <a:ext cx="274320" cy="36576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9034272" y="4850892"/>
            <a:ext cx="36576" cy="22860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182880" y="109728"/>
            <a:ext cx="960120" cy="475488"/>
          </a:xfrm>
          <a:prstGeom prst="ellipse">
            <a:avLst/>
          </a:prstGeom>
          <a:solidFill>
            <a:srgbClr val="1C0E00"/>
          </a:solidFill>
          <a:ln w="17780">
            <a:solidFill>
              <a:srgbClr val="FF9500"/>
            </a:solidFill>
            <a:prstDash val="soli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182880" y="109728"/>
            <a:ext cx="960120" cy="475488"/>
          </a:xfrm>
          <a:prstGeom prst="rect">
            <a:avLst/>
          </a:prstGeom>
          <a:noFill/>
          <a:ln/>
          <a:effectLst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95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POWER</a:t>
            </a:r>
            <a:endParaRPr lang="en-US" sz="800" dirty="0"/>
          </a:p>
          <a:p>
            <a:pPr marL="0" indent="0" algn="ctr">
              <a:buNone/>
            </a:pPr>
            <a:r>
              <a:rPr lang="en-US" sz="800" b="1" dirty="0">
                <a:solidFill>
                  <a:srgbClr val="FF95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6478524" y="968715"/>
            <a:ext cx="1737360" cy="266273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411480" y="896112"/>
            <a:ext cx="1783080" cy="804672"/>
          </a:xfrm>
          <a:prstGeom prst="rect">
            <a:avLst/>
          </a:prstGeom>
          <a:solidFill>
            <a:srgbClr val="0B2850"/>
          </a:solidFill>
          <a:ln w="15240">
            <a:solidFill>
              <a:srgbClr val="2B7AE0"/>
            </a:solidFill>
            <a:prstDash val="soli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411480" y="896112"/>
            <a:ext cx="1783080" cy="450616"/>
          </a:xfrm>
          <a:prstGeom prst="rect">
            <a:avLst/>
          </a:prstGeom>
          <a:noFill/>
          <a:ln/>
          <a:effectLst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BOOT FSM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411480" y="1314541"/>
            <a:ext cx="1783080" cy="386243"/>
          </a:xfrm>
          <a:prstGeom prst="rect">
            <a:avLst/>
          </a:prstGeom>
          <a:noFill/>
          <a:ln/>
          <a:effectLst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00" i="1" dirty="0">
                <a:solidFill>
                  <a:srgbClr val="6688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Controller</a:t>
            </a:r>
            <a:endParaRPr lang="en-US" sz="700" dirty="0"/>
          </a:p>
        </p:txBody>
      </p:sp>
      <p:sp>
        <p:nvSpPr>
          <p:cNvPr id="43" name="Shape 41"/>
          <p:cNvSpPr/>
          <p:nvPr/>
        </p:nvSpPr>
        <p:spPr>
          <a:xfrm>
            <a:off x="3291840" y="1481328"/>
            <a:ext cx="2560320" cy="1115568"/>
          </a:xfrm>
          <a:prstGeom prst="ellipse">
            <a:avLst/>
          </a:prstGeom>
          <a:solidFill>
            <a:srgbClr val="200840"/>
          </a:solidFill>
          <a:ln w="19050">
            <a:solidFill>
              <a:srgbClr val="8844EE"/>
            </a:solidFill>
            <a:prstDash val="soli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3291840" y="1481328"/>
            <a:ext cx="2560320" cy="1115568"/>
          </a:xfrm>
          <a:prstGeom prst="rect">
            <a:avLst/>
          </a:prstGeom>
          <a:noFill/>
          <a:ln/>
          <a:effectLst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6688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AUTHENTICATION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6688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ENGINE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411480" y="2834640"/>
            <a:ext cx="1783080" cy="804672"/>
          </a:xfrm>
          <a:prstGeom prst="rect">
            <a:avLst/>
          </a:prstGeom>
          <a:solidFill>
            <a:srgbClr val="012018"/>
          </a:solidFill>
          <a:ln w="15240">
            <a:solidFill>
              <a:srgbClr val="00B860"/>
            </a:solidFill>
            <a:prstDash val="soli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411480" y="2834640"/>
            <a:ext cx="1783080" cy="450616"/>
          </a:xfrm>
          <a:prstGeom prst="rect">
            <a:avLst/>
          </a:prstGeom>
          <a:noFill/>
          <a:ln/>
          <a:effectLst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POLICY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411480" y="3253069"/>
            <a:ext cx="1783080" cy="386243"/>
          </a:xfrm>
          <a:prstGeom prst="rect">
            <a:avLst/>
          </a:prstGeom>
          <a:noFill/>
          <a:ln/>
          <a:effectLst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00" i="1" dirty="0">
                <a:solidFill>
                  <a:srgbClr val="6688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Engine</a:t>
            </a:r>
            <a:endParaRPr lang="en-US" sz="700" dirty="0"/>
          </a:p>
        </p:txBody>
      </p:sp>
      <p:sp>
        <p:nvSpPr>
          <p:cNvPr id="48" name="Shape 46"/>
          <p:cNvSpPr/>
          <p:nvPr/>
        </p:nvSpPr>
        <p:spPr>
          <a:xfrm>
            <a:off x="3529584" y="2896088"/>
            <a:ext cx="1975104" cy="804672"/>
          </a:xfrm>
          <a:prstGeom prst="rect">
            <a:avLst/>
          </a:prstGeom>
          <a:solidFill>
            <a:srgbClr val="251000"/>
          </a:solidFill>
          <a:ln w="15240">
            <a:solidFill>
              <a:srgbClr val="CC6600"/>
            </a:solidFill>
            <a:prstDash val="soli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49" name="Text 47"/>
          <p:cNvSpPr/>
          <p:nvPr/>
        </p:nvSpPr>
        <p:spPr>
          <a:xfrm>
            <a:off x="3529584" y="2896088"/>
            <a:ext cx="1975104" cy="450616"/>
          </a:xfrm>
          <a:prstGeom prst="rect">
            <a:avLst/>
          </a:prstGeom>
          <a:noFill/>
          <a:ln/>
          <a:effectLst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RETRY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3529584" y="3355157"/>
            <a:ext cx="1975104" cy="386243"/>
          </a:xfrm>
          <a:prstGeom prst="rect">
            <a:avLst/>
          </a:prstGeom>
          <a:noFill/>
          <a:ln/>
          <a:effectLst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00" i="1" dirty="0">
                <a:solidFill>
                  <a:srgbClr val="6688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Counter</a:t>
            </a:r>
            <a:endParaRPr lang="en-US" sz="700" dirty="0"/>
          </a:p>
        </p:txBody>
      </p:sp>
      <p:sp>
        <p:nvSpPr>
          <p:cNvPr id="51" name="Shape 49"/>
          <p:cNvSpPr/>
          <p:nvPr/>
        </p:nvSpPr>
        <p:spPr>
          <a:xfrm>
            <a:off x="6748272" y="2834640"/>
            <a:ext cx="1828800" cy="804672"/>
          </a:xfrm>
          <a:prstGeom prst="rect">
            <a:avLst/>
          </a:prstGeom>
          <a:solidFill>
            <a:srgbClr val="250000"/>
          </a:solidFill>
          <a:ln w="15240">
            <a:solidFill>
              <a:srgbClr val="CC1122"/>
            </a:solidFill>
            <a:prstDash val="soli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52" name="Text 50"/>
          <p:cNvSpPr/>
          <p:nvPr/>
        </p:nvSpPr>
        <p:spPr>
          <a:xfrm>
            <a:off x="6748272" y="2834640"/>
            <a:ext cx="1828800" cy="450616"/>
          </a:xfrm>
          <a:prstGeom prst="rect">
            <a:avLst/>
          </a:prstGeom>
          <a:noFill/>
          <a:ln/>
          <a:effectLst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LOCKDOWN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6748272" y="3253069"/>
            <a:ext cx="1828800" cy="386243"/>
          </a:xfrm>
          <a:prstGeom prst="rect">
            <a:avLst/>
          </a:prstGeom>
          <a:noFill/>
          <a:ln/>
          <a:effectLst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00" i="1" dirty="0">
                <a:solidFill>
                  <a:srgbClr val="6688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Control</a:t>
            </a:r>
            <a:endParaRPr lang="en-US" sz="700" dirty="0"/>
          </a:p>
        </p:txBody>
      </p:sp>
      <p:sp>
        <p:nvSpPr>
          <p:cNvPr id="54" name="Shape 52"/>
          <p:cNvSpPr/>
          <p:nvPr/>
        </p:nvSpPr>
        <p:spPr>
          <a:xfrm>
            <a:off x="2194560" y="4206240"/>
            <a:ext cx="4754880" cy="548640"/>
          </a:xfrm>
          <a:prstGeom prst="rect">
            <a:avLst/>
          </a:prstGeom>
          <a:solidFill>
            <a:srgbClr val="001E0E">
              <a:alpha val="90000"/>
            </a:srgbClr>
          </a:solidFill>
          <a:ln w="17780">
            <a:solidFill>
              <a:srgbClr val="00CC66"/>
            </a:solidFill>
            <a:prstDash val="soli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55" name="Text 53"/>
          <p:cNvSpPr/>
          <p:nvPr/>
        </p:nvSpPr>
        <p:spPr>
          <a:xfrm>
            <a:off x="2194560" y="4206240"/>
            <a:ext cx="4754880" cy="548640"/>
          </a:xfrm>
          <a:prstGeom prst="rect">
            <a:avLst/>
          </a:prstGeom>
          <a:noFill/>
          <a:ln/>
          <a:effectLst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CC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DEVICE TO BE AUTHENTICATED</a:t>
            </a:r>
            <a:endParaRPr lang="en-US" sz="1000" dirty="0"/>
          </a:p>
        </p:txBody>
      </p:sp>
      <p:sp>
        <p:nvSpPr>
          <p:cNvPr id="56" name="Shape 54"/>
          <p:cNvSpPr/>
          <p:nvPr/>
        </p:nvSpPr>
        <p:spPr>
          <a:xfrm>
            <a:off x="7150608" y="91440"/>
            <a:ext cx="1883664" cy="365760"/>
          </a:xfrm>
          <a:prstGeom prst="rect">
            <a:avLst/>
          </a:prstGeom>
          <a:solidFill>
            <a:srgbClr val="071830"/>
          </a:solidFill>
          <a:ln w="12700">
            <a:solidFill>
              <a:srgbClr val="00D4FF"/>
            </a:solidFill>
            <a:prstDash val="soli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57" name="Text 55"/>
          <p:cNvSpPr/>
          <p:nvPr/>
        </p:nvSpPr>
        <p:spPr>
          <a:xfrm>
            <a:off x="7150608" y="91440"/>
            <a:ext cx="1883664" cy="365760"/>
          </a:xfrm>
          <a:prstGeom prst="rect">
            <a:avLst/>
          </a:prstGeom>
          <a:noFill/>
          <a:ln/>
          <a:effectLst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 · FULL ARCHITECTURE</a:t>
            </a:r>
            <a:endParaRPr lang="en-US" sz="700" dirty="0"/>
          </a:p>
        </p:txBody>
      </p:sp>
      <p:sp>
        <p:nvSpPr>
          <p:cNvPr id="58" name="Shape 56"/>
          <p:cNvSpPr/>
          <p:nvPr/>
        </p:nvSpPr>
        <p:spPr>
          <a:xfrm>
            <a:off x="114300" y="4683252"/>
            <a:ext cx="2014578" cy="347472"/>
          </a:xfrm>
          <a:prstGeom prst="rect">
            <a:avLst/>
          </a:prstGeom>
          <a:solidFill>
            <a:srgbClr val="071830"/>
          </a:solidFill>
          <a:ln w="10160">
            <a:solidFill>
              <a:srgbClr val="00D4FF"/>
            </a:solidFill>
            <a:prstDash val="soli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59" name="Text 57"/>
          <p:cNvSpPr/>
          <p:nvPr/>
        </p:nvSpPr>
        <p:spPr>
          <a:xfrm>
            <a:off x="160020" y="4653534"/>
            <a:ext cx="1961388" cy="347472"/>
          </a:xfrm>
          <a:prstGeom prst="rect">
            <a:avLst/>
          </a:prstGeom>
          <a:noFill/>
          <a:ln/>
          <a:effectLst/>
        </p:spPr>
        <p:txBody>
          <a:bodyPr wrap="square" lIns="0" tIns="7620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 All blocks ready — awaiting Power ON ]</a:t>
            </a:r>
            <a:endParaRPr lang="en-US" sz="800" dirty="0"/>
          </a:p>
        </p:txBody>
      </p:sp>
      <p:sp>
        <p:nvSpPr>
          <p:cNvPr id="38" name="Shape 33">
            <a:extLst>
              <a:ext uri="{FF2B5EF4-FFF2-40B4-BE49-F238E27FC236}">
                <a16:creationId xmlns:a16="http://schemas.microsoft.com/office/drawing/2014/main" id="{956A84D3-EF34-B170-DC70-CCD8C1364010}"/>
              </a:ext>
            </a:extLst>
          </p:cNvPr>
          <p:cNvSpPr/>
          <p:nvPr/>
        </p:nvSpPr>
        <p:spPr>
          <a:xfrm>
            <a:off x="6752844" y="981710"/>
            <a:ext cx="1737360" cy="475488"/>
          </a:xfrm>
          <a:prstGeom prst="rect">
            <a:avLst/>
          </a:prstGeom>
          <a:solidFill>
            <a:srgbClr val="2A1E00"/>
          </a:solidFill>
          <a:ln w="15240">
            <a:solidFill>
              <a:srgbClr val="CC9900"/>
            </a:solidFill>
            <a:prstDash val="soli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60" name="Text 34">
            <a:extLst>
              <a:ext uri="{FF2B5EF4-FFF2-40B4-BE49-F238E27FC236}">
                <a16:creationId xmlns:a16="http://schemas.microsoft.com/office/drawing/2014/main" id="{9B29C86D-9EFB-AC4C-EBF3-ED3913A01536}"/>
              </a:ext>
            </a:extLst>
          </p:cNvPr>
          <p:cNvSpPr/>
          <p:nvPr/>
        </p:nvSpPr>
        <p:spPr>
          <a:xfrm>
            <a:off x="6752844" y="968715"/>
            <a:ext cx="1737360" cy="266273"/>
          </a:xfrm>
          <a:prstGeom prst="rect">
            <a:avLst/>
          </a:prstGeom>
          <a:noFill/>
          <a:ln/>
          <a:effectLst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SECURE KEY</a:t>
            </a:r>
            <a:endParaRPr lang="en-US" sz="900" dirty="0"/>
          </a:p>
        </p:txBody>
      </p:sp>
      <p:sp>
        <p:nvSpPr>
          <p:cNvPr id="61" name="Text 35">
            <a:extLst>
              <a:ext uri="{FF2B5EF4-FFF2-40B4-BE49-F238E27FC236}">
                <a16:creationId xmlns:a16="http://schemas.microsoft.com/office/drawing/2014/main" id="{3739A835-24A8-E959-8BF8-CAF1643434F1}"/>
              </a:ext>
            </a:extLst>
          </p:cNvPr>
          <p:cNvSpPr/>
          <p:nvPr/>
        </p:nvSpPr>
        <p:spPr>
          <a:xfrm>
            <a:off x="6752844" y="1228964"/>
            <a:ext cx="1737360" cy="228234"/>
          </a:xfrm>
          <a:prstGeom prst="rect">
            <a:avLst/>
          </a:prstGeom>
          <a:noFill/>
          <a:ln/>
          <a:effectLst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00" i="1" dirty="0">
                <a:solidFill>
                  <a:srgbClr val="6688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Storage</a:t>
            </a:r>
            <a:endParaRPr lang="en-US" sz="700" dirty="0"/>
          </a:p>
        </p:txBody>
      </p:sp>
      <p:sp>
        <p:nvSpPr>
          <p:cNvPr id="62" name="Shape 30">
            <a:extLst>
              <a:ext uri="{FF2B5EF4-FFF2-40B4-BE49-F238E27FC236}">
                <a16:creationId xmlns:a16="http://schemas.microsoft.com/office/drawing/2014/main" id="{C4352B22-FB8A-12B1-9873-6DE24F1E8F66}"/>
              </a:ext>
            </a:extLst>
          </p:cNvPr>
          <p:cNvSpPr/>
          <p:nvPr/>
        </p:nvSpPr>
        <p:spPr>
          <a:xfrm>
            <a:off x="3627120" y="109728"/>
            <a:ext cx="1920240" cy="475488"/>
          </a:xfrm>
          <a:prstGeom prst="rect">
            <a:avLst/>
          </a:prstGeom>
          <a:solidFill>
            <a:srgbClr val="180038"/>
          </a:solidFill>
          <a:ln w="15240">
            <a:solidFill>
              <a:srgbClr val="8844EE"/>
            </a:solidFill>
            <a:prstDash val="soli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63" name="Text 31">
            <a:extLst>
              <a:ext uri="{FF2B5EF4-FFF2-40B4-BE49-F238E27FC236}">
                <a16:creationId xmlns:a16="http://schemas.microsoft.com/office/drawing/2014/main" id="{7C20FE70-8C1D-036F-3556-7FCE834A09F5}"/>
              </a:ext>
            </a:extLst>
          </p:cNvPr>
          <p:cNvSpPr/>
          <p:nvPr/>
        </p:nvSpPr>
        <p:spPr>
          <a:xfrm>
            <a:off x="3627120" y="109728"/>
            <a:ext cx="1920240" cy="266273"/>
          </a:xfrm>
          <a:prstGeom prst="rect">
            <a:avLst/>
          </a:prstGeom>
          <a:noFill/>
          <a:ln/>
          <a:effectLst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MEMORY</a:t>
            </a:r>
            <a:endParaRPr lang="en-US" sz="900" dirty="0"/>
          </a:p>
        </p:txBody>
      </p:sp>
      <p:sp>
        <p:nvSpPr>
          <p:cNvPr id="64" name="Text 32">
            <a:extLst>
              <a:ext uri="{FF2B5EF4-FFF2-40B4-BE49-F238E27FC236}">
                <a16:creationId xmlns:a16="http://schemas.microsoft.com/office/drawing/2014/main" id="{9BB007B5-B2B5-45C2-E545-86F55C46B906}"/>
              </a:ext>
            </a:extLst>
          </p:cNvPr>
          <p:cNvSpPr/>
          <p:nvPr/>
        </p:nvSpPr>
        <p:spPr>
          <a:xfrm>
            <a:off x="3627120" y="356982"/>
            <a:ext cx="1920240" cy="228234"/>
          </a:xfrm>
          <a:prstGeom prst="rect">
            <a:avLst/>
          </a:prstGeom>
          <a:noFill/>
          <a:ln/>
          <a:effectLst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00" i="1" dirty="0">
                <a:solidFill>
                  <a:srgbClr val="6688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DDR / Flash</a:t>
            </a:r>
            <a:endParaRPr lang="en-US" sz="7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med" p14:dur="700">
        <p159:morph option="byObject"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4102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2BAEB02-9888-3716-DCDF-47E2C59151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F72DAFCC-DE1C-1E35-0B3D-BA61E5336969}"/>
              </a:ext>
            </a:extLst>
          </p:cNvPr>
          <p:cNvSpPr/>
          <p:nvPr/>
        </p:nvSpPr>
        <p:spPr>
          <a:xfrm>
            <a:off x="0" y="0"/>
            <a:ext cx="4572" cy="5143500"/>
          </a:xfrm>
          <a:prstGeom prst="rect">
            <a:avLst/>
          </a:prstGeom>
          <a:solidFill>
            <a:srgbClr val="0A2040"/>
          </a:solidFill>
          <a:ln w="3810">
            <a:solidFill>
              <a:srgbClr val="0A20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FC194256-2FDE-E08F-E803-D1226A589AD9}"/>
              </a:ext>
            </a:extLst>
          </p:cNvPr>
          <p:cNvSpPr/>
          <p:nvPr/>
        </p:nvSpPr>
        <p:spPr>
          <a:xfrm>
            <a:off x="914400" y="0"/>
            <a:ext cx="4572" cy="5143500"/>
          </a:xfrm>
          <a:prstGeom prst="rect">
            <a:avLst/>
          </a:prstGeom>
          <a:solidFill>
            <a:srgbClr val="0A2040"/>
          </a:solidFill>
          <a:ln w="3810">
            <a:solidFill>
              <a:srgbClr val="0A20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4B4B6753-AEDA-B89F-81A6-8EF9C606360A}"/>
              </a:ext>
            </a:extLst>
          </p:cNvPr>
          <p:cNvSpPr/>
          <p:nvPr/>
        </p:nvSpPr>
        <p:spPr>
          <a:xfrm>
            <a:off x="1828800" y="0"/>
            <a:ext cx="4572" cy="5143500"/>
          </a:xfrm>
          <a:prstGeom prst="rect">
            <a:avLst/>
          </a:prstGeom>
          <a:solidFill>
            <a:srgbClr val="0A2040"/>
          </a:solidFill>
          <a:ln w="3810">
            <a:solidFill>
              <a:srgbClr val="0A20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0D8339C3-827E-D9FC-9A90-6CC32954AE8D}"/>
              </a:ext>
            </a:extLst>
          </p:cNvPr>
          <p:cNvSpPr/>
          <p:nvPr/>
        </p:nvSpPr>
        <p:spPr>
          <a:xfrm>
            <a:off x="2743200" y="0"/>
            <a:ext cx="4572" cy="5143500"/>
          </a:xfrm>
          <a:prstGeom prst="rect">
            <a:avLst/>
          </a:prstGeom>
          <a:solidFill>
            <a:srgbClr val="0A2040"/>
          </a:solidFill>
          <a:ln w="3810">
            <a:solidFill>
              <a:srgbClr val="0A20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DAA358A7-E35A-5AE8-9647-D68269388910}"/>
              </a:ext>
            </a:extLst>
          </p:cNvPr>
          <p:cNvSpPr/>
          <p:nvPr/>
        </p:nvSpPr>
        <p:spPr>
          <a:xfrm>
            <a:off x="3657600" y="0"/>
            <a:ext cx="4572" cy="5143500"/>
          </a:xfrm>
          <a:prstGeom prst="rect">
            <a:avLst/>
          </a:prstGeom>
          <a:solidFill>
            <a:srgbClr val="0A2040"/>
          </a:solidFill>
          <a:ln w="3810">
            <a:solidFill>
              <a:srgbClr val="0A20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D91257D6-A824-0F60-BDCF-2857198EA8B6}"/>
              </a:ext>
            </a:extLst>
          </p:cNvPr>
          <p:cNvSpPr/>
          <p:nvPr/>
        </p:nvSpPr>
        <p:spPr>
          <a:xfrm>
            <a:off x="4572000" y="0"/>
            <a:ext cx="4572" cy="5143500"/>
          </a:xfrm>
          <a:prstGeom prst="rect">
            <a:avLst/>
          </a:prstGeom>
          <a:solidFill>
            <a:srgbClr val="0A2040"/>
          </a:solidFill>
          <a:ln w="3810">
            <a:solidFill>
              <a:srgbClr val="0A20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B570CF3E-D5BE-FD11-C16A-7C279FA8865D}"/>
              </a:ext>
            </a:extLst>
          </p:cNvPr>
          <p:cNvSpPr/>
          <p:nvPr/>
        </p:nvSpPr>
        <p:spPr>
          <a:xfrm>
            <a:off x="5486400" y="0"/>
            <a:ext cx="4572" cy="5143500"/>
          </a:xfrm>
          <a:prstGeom prst="rect">
            <a:avLst/>
          </a:prstGeom>
          <a:solidFill>
            <a:srgbClr val="0A2040"/>
          </a:solidFill>
          <a:ln w="3810">
            <a:solidFill>
              <a:srgbClr val="0A20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AB2A3722-2B08-DFA5-C738-75EBB9323769}"/>
              </a:ext>
            </a:extLst>
          </p:cNvPr>
          <p:cNvSpPr/>
          <p:nvPr/>
        </p:nvSpPr>
        <p:spPr>
          <a:xfrm>
            <a:off x="6400800" y="0"/>
            <a:ext cx="4572" cy="5143500"/>
          </a:xfrm>
          <a:prstGeom prst="rect">
            <a:avLst/>
          </a:prstGeom>
          <a:solidFill>
            <a:srgbClr val="0A2040"/>
          </a:solidFill>
          <a:ln w="3810">
            <a:solidFill>
              <a:srgbClr val="0A20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50EACD65-5AB9-1ED0-BCFC-75CBCA92FF97}"/>
              </a:ext>
            </a:extLst>
          </p:cNvPr>
          <p:cNvSpPr/>
          <p:nvPr/>
        </p:nvSpPr>
        <p:spPr>
          <a:xfrm>
            <a:off x="7315200" y="0"/>
            <a:ext cx="4572" cy="5143500"/>
          </a:xfrm>
          <a:prstGeom prst="rect">
            <a:avLst/>
          </a:prstGeom>
          <a:solidFill>
            <a:srgbClr val="0A2040"/>
          </a:solidFill>
          <a:ln w="3810">
            <a:solidFill>
              <a:srgbClr val="0A20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FB87A0D6-1851-CB41-D30E-FFA124281176}"/>
              </a:ext>
            </a:extLst>
          </p:cNvPr>
          <p:cNvSpPr/>
          <p:nvPr/>
        </p:nvSpPr>
        <p:spPr>
          <a:xfrm>
            <a:off x="8229600" y="0"/>
            <a:ext cx="4572" cy="5143500"/>
          </a:xfrm>
          <a:prstGeom prst="rect">
            <a:avLst/>
          </a:prstGeom>
          <a:solidFill>
            <a:srgbClr val="0A2040"/>
          </a:solidFill>
          <a:ln w="3810">
            <a:solidFill>
              <a:srgbClr val="0A20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F2F0857B-1D8C-F049-6329-F84882D27DBD}"/>
              </a:ext>
            </a:extLst>
          </p:cNvPr>
          <p:cNvSpPr/>
          <p:nvPr/>
        </p:nvSpPr>
        <p:spPr>
          <a:xfrm>
            <a:off x="9144000" y="0"/>
            <a:ext cx="4572" cy="5143500"/>
          </a:xfrm>
          <a:prstGeom prst="rect">
            <a:avLst/>
          </a:prstGeom>
          <a:solidFill>
            <a:srgbClr val="0A2040"/>
          </a:solidFill>
          <a:ln w="3810">
            <a:solidFill>
              <a:srgbClr val="0A20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BE9E80AB-6B58-849C-A44A-025DC610F425}"/>
              </a:ext>
            </a:extLst>
          </p:cNvPr>
          <p:cNvSpPr/>
          <p:nvPr/>
        </p:nvSpPr>
        <p:spPr>
          <a:xfrm>
            <a:off x="0" y="0"/>
            <a:ext cx="9144000" cy="4572"/>
          </a:xfrm>
          <a:prstGeom prst="rect">
            <a:avLst/>
          </a:prstGeom>
          <a:solidFill>
            <a:srgbClr val="0A2040"/>
          </a:solidFill>
          <a:ln w="3810">
            <a:solidFill>
              <a:srgbClr val="0A20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B4882803-3E33-4970-2B90-56AF7BE12677}"/>
              </a:ext>
            </a:extLst>
          </p:cNvPr>
          <p:cNvSpPr/>
          <p:nvPr/>
        </p:nvSpPr>
        <p:spPr>
          <a:xfrm>
            <a:off x="0" y="822960"/>
            <a:ext cx="9144000" cy="4572"/>
          </a:xfrm>
          <a:prstGeom prst="rect">
            <a:avLst/>
          </a:prstGeom>
          <a:solidFill>
            <a:srgbClr val="0A2040"/>
          </a:solidFill>
          <a:ln w="3810">
            <a:solidFill>
              <a:srgbClr val="0A20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>
            <a:extLst>
              <a:ext uri="{FF2B5EF4-FFF2-40B4-BE49-F238E27FC236}">
                <a16:creationId xmlns:a16="http://schemas.microsoft.com/office/drawing/2014/main" id="{EAA572E6-B731-CB18-0DA5-69E83C25C491}"/>
              </a:ext>
            </a:extLst>
          </p:cNvPr>
          <p:cNvSpPr/>
          <p:nvPr/>
        </p:nvSpPr>
        <p:spPr>
          <a:xfrm>
            <a:off x="0" y="1645920"/>
            <a:ext cx="9144000" cy="4572"/>
          </a:xfrm>
          <a:prstGeom prst="rect">
            <a:avLst/>
          </a:prstGeom>
          <a:solidFill>
            <a:srgbClr val="0A2040"/>
          </a:solidFill>
          <a:ln w="3810">
            <a:solidFill>
              <a:srgbClr val="0A20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>
            <a:extLst>
              <a:ext uri="{FF2B5EF4-FFF2-40B4-BE49-F238E27FC236}">
                <a16:creationId xmlns:a16="http://schemas.microsoft.com/office/drawing/2014/main" id="{124EE6A3-F569-8183-4EF6-C0E2230EEBE9}"/>
              </a:ext>
            </a:extLst>
          </p:cNvPr>
          <p:cNvSpPr/>
          <p:nvPr/>
        </p:nvSpPr>
        <p:spPr>
          <a:xfrm>
            <a:off x="0" y="2468880"/>
            <a:ext cx="9144000" cy="4572"/>
          </a:xfrm>
          <a:prstGeom prst="rect">
            <a:avLst/>
          </a:prstGeom>
          <a:solidFill>
            <a:srgbClr val="0A2040"/>
          </a:solidFill>
          <a:ln w="3810">
            <a:solidFill>
              <a:srgbClr val="0A20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>
            <a:extLst>
              <a:ext uri="{FF2B5EF4-FFF2-40B4-BE49-F238E27FC236}">
                <a16:creationId xmlns:a16="http://schemas.microsoft.com/office/drawing/2014/main" id="{63C2F35C-684D-5DF6-0651-5A619FEAEDF7}"/>
              </a:ext>
            </a:extLst>
          </p:cNvPr>
          <p:cNvSpPr/>
          <p:nvPr/>
        </p:nvSpPr>
        <p:spPr>
          <a:xfrm>
            <a:off x="0" y="3291840"/>
            <a:ext cx="9144000" cy="4572"/>
          </a:xfrm>
          <a:prstGeom prst="rect">
            <a:avLst/>
          </a:prstGeom>
          <a:solidFill>
            <a:srgbClr val="0A2040"/>
          </a:solidFill>
          <a:ln w="3810">
            <a:solidFill>
              <a:srgbClr val="0A20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>
            <a:extLst>
              <a:ext uri="{FF2B5EF4-FFF2-40B4-BE49-F238E27FC236}">
                <a16:creationId xmlns:a16="http://schemas.microsoft.com/office/drawing/2014/main" id="{7D493F0B-F702-AB8A-3984-33C819D5A2F0}"/>
              </a:ext>
            </a:extLst>
          </p:cNvPr>
          <p:cNvSpPr/>
          <p:nvPr/>
        </p:nvSpPr>
        <p:spPr>
          <a:xfrm>
            <a:off x="0" y="4114800"/>
            <a:ext cx="9144000" cy="4572"/>
          </a:xfrm>
          <a:prstGeom prst="rect">
            <a:avLst/>
          </a:prstGeom>
          <a:solidFill>
            <a:srgbClr val="0A2040"/>
          </a:solidFill>
          <a:ln w="3810">
            <a:solidFill>
              <a:srgbClr val="0A20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>
            <a:extLst>
              <a:ext uri="{FF2B5EF4-FFF2-40B4-BE49-F238E27FC236}">
                <a16:creationId xmlns:a16="http://schemas.microsoft.com/office/drawing/2014/main" id="{23314BA4-F1BA-27A0-C106-D2835C560551}"/>
              </a:ext>
            </a:extLst>
          </p:cNvPr>
          <p:cNvSpPr/>
          <p:nvPr/>
        </p:nvSpPr>
        <p:spPr>
          <a:xfrm>
            <a:off x="0" y="4937760"/>
            <a:ext cx="9144000" cy="4572"/>
          </a:xfrm>
          <a:prstGeom prst="rect">
            <a:avLst/>
          </a:prstGeom>
          <a:solidFill>
            <a:srgbClr val="0A2040"/>
          </a:solidFill>
          <a:ln w="3810">
            <a:solidFill>
              <a:srgbClr val="0A20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>
            <a:extLst>
              <a:ext uri="{FF2B5EF4-FFF2-40B4-BE49-F238E27FC236}">
                <a16:creationId xmlns:a16="http://schemas.microsoft.com/office/drawing/2014/main" id="{88D8D833-335B-0F49-0DAB-BA7A7E1AEED8}"/>
              </a:ext>
            </a:extLst>
          </p:cNvPr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1" name="Shape 19">
            <a:extLst>
              <a:ext uri="{FF2B5EF4-FFF2-40B4-BE49-F238E27FC236}">
                <a16:creationId xmlns:a16="http://schemas.microsoft.com/office/drawing/2014/main" id="{AA324F9E-06E1-5100-0217-656D284B4305}"/>
              </a:ext>
            </a:extLst>
          </p:cNvPr>
          <p:cNvSpPr/>
          <p:nvPr/>
        </p:nvSpPr>
        <p:spPr>
          <a:xfrm>
            <a:off x="0" y="5093208"/>
            <a:ext cx="9144000" cy="50292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2" name="Shape 20">
            <a:extLst>
              <a:ext uri="{FF2B5EF4-FFF2-40B4-BE49-F238E27FC236}">
                <a16:creationId xmlns:a16="http://schemas.microsoft.com/office/drawing/2014/main" id="{03483A59-1B85-D6CF-D084-FC21D168DEC2}"/>
              </a:ext>
            </a:extLst>
          </p:cNvPr>
          <p:cNvSpPr/>
          <p:nvPr/>
        </p:nvSpPr>
        <p:spPr>
          <a:xfrm>
            <a:off x="73152" y="64008"/>
            <a:ext cx="274320" cy="36576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3" name="Shape 21">
            <a:extLst>
              <a:ext uri="{FF2B5EF4-FFF2-40B4-BE49-F238E27FC236}">
                <a16:creationId xmlns:a16="http://schemas.microsoft.com/office/drawing/2014/main" id="{A87F7A81-2203-CD4D-6977-030F6CCDF65E}"/>
              </a:ext>
            </a:extLst>
          </p:cNvPr>
          <p:cNvSpPr/>
          <p:nvPr/>
        </p:nvSpPr>
        <p:spPr>
          <a:xfrm>
            <a:off x="73152" y="64008"/>
            <a:ext cx="36576" cy="22860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4" name="Shape 22">
            <a:extLst>
              <a:ext uri="{FF2B5EF4-FFF2-40B4-BE49-F238E27FC236}">
                <a16:creationId xmlns:a16="http://schemas.microsoft.com/office/drawing/2014/main" id="{B96E3B04-12B4-9E20-FC2C-0198E679DB93}"/>
              </a:ext>
            </a:extLst>
          </p:cNvPr>
          <p:cNvSpPr/>
          <p:nvPr/>
        </p:nvSpPr>
        <p:spPr>
          <a:xfrm>
            <a:off x="8796528" y="64008"/>
            <a:ext cx="274320" cy="36576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5" name="Shape 23">
            <a:extLst>
              <a:ext uri="{FF2B5EF4-FFF2-40B4-BE49-F238E27FC236}">
                <a16:creationId xmlns:a16="http://schemas.microsoft.com/office/drawing/2014/main" id="{3D6ADF52-3BEF-23C9-BDE0-1EFE86D1D952}"/>
              </a:ext>
            </a:extLst>
          </p:cNvPr>
          <p:cNvSpPr/>
          <p:nvPr/>
        </p:nvSpPr>
        <p:spPr>
          <a:xfrm>
            <a:off x="9034272" y="64008"/>
            <a:ext cx="36576" cy="22860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6" name="Shape 24">
            <a:extLst>
              <a:ext uri="{FF2B5EF4-FFF2-40B4-BE49-F238E27FC236}">
                <a16:creationId xmlns:a16="http://schemas.microsoft.com/office/drawing/2014/main" id="{0330263D-0701-4EE8-A8CE-A5C573765C86}"/>
              </a:ext>
            </a:extLst>
          </p:cNvPr>
          <p:cNvSpPr/>
          <p:nvPr/>
        </p:nvSpPr>
        <p:spPr>
          <a:xfrm>
            <a:off x="73152" y="5042916"/>
            <a:ext cx="274320" cy="36576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7" name="Shape 25">
            <a:extLst>
              <a:ext uri="{FF2B5EF4-FFF2-40B4-BE49-F238E27FC236}">
                <a16:creationId xmlns:a16="http://schemas.microsoft.com/office/drawing/2014/main" id="{7D840AD5-EBB4-0CE4-C420-AD15EDEE59D7}"/>
              </a:ext>
            </a:extLst>
          </p:cNvPr>
          <p:cNvSpPr/>
          <p:nvPr/>
        </p:nvSpPr>
        <p:spPr>
          <a:xfrm>
            <a:off x="73152" y="4850892"/>
            <a:ext cx="36576" cy="22860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8" name="Shape 26">
            <a:extLst>
              <a:ext uri="{FF2B5EF4-FFF2-40B4-BE49-F238E27FC236}">
                <a16:creationId xmlns:a16="http://schemas.microsoft.com/office/drawing/2014/main" id="{D35A8EAC-C99F-DCBF-231B-B775CDB8EC09}"/>
              </a:ext>
            </a:extLst>
          </p:cNvPr>
          <p:cNvSpPr/>
          <p:nvPr/>
        </p:nvSpPr>
        <p:spPr>
          <a:xfrm>
            <a:off x="8796528" y="5042916"/>
            <a:ext cx="274320" cy="36576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9" name="Shape 27">
            <a:extLst>
              <a:ext uri="{FF2B5EF4-FFF2-40B4-BE49-F238E27FC236}">
                <a16:creationId xmlns:a16="http://schemas.microsoft.com/office/drawing/2014/main" id="{EC06F2D0-D47D-77F0-B22F-7A14AD5B386C}"/>
              </a:ext>
            </a:extLst>
          </p:cNvPr>
          <p:cNvSpPr/>
          <p:nvPr/>
        </p:nvSpPr>
        <p:spPr>
          <a:xfrm>
            <a:off x="9034272" y="4850892"/>
            <a:ext cx="36576" cy="22860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40" name="Shape 38">
            <a:extLst>
              <a:ext uri="{FF2B5EF4-FFF2-40B4-BE49-F238E27FC236}">
                <a16:creationId xmlns:a16="http://schemas.microsoft.com/office/drawing/2014/main" id="{3E34B7E6-D961-D3CB-1847-4E5723D1128A}"/>
              </a:ext>
            </a:extLst>
          </p:cNvPr>
          <p:cNvSpPr/>
          <p:nvPr/>
        </p:nvSpPr>
        <p:spPr>
          <a:xfrm>
            <a:off x="411480" y="896112"/>
            <a:ext cx="1783080" cy="804672"/>
          </a:xfrm>
          <a:prstGeom prst="rect">
            <a:avLst/>
          </a:prstGeom>
          <a:solidFill>
            <a:srgbClr val="0B2850"/>
          </a:solidFill>
          <a:ln w="15240">
            <a:solidFill>
              <a:srgbClr val="2B7AE0"/>
            </a:solidFill>
            <a:prstDash val="soli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41" name="Text 39">
            <a:extLst>
              <a:ext uri="{FF2B5EF4-FFF2-40B4-BE49-F238E27FC236}">
                <a16:creationId xmlns:a16="http://schemas.microsoft.com/office/drawing/2014/main" id="{6065B5BB-C4FF-0067-2AE4-46BC48C345B7}"/>
              </a:ext>
            </a:extLst>
          </p:cNvPr>
          <p:cNvSpPr/>
          <p:nvPr/>
        </p:nvSpPr>
        <p:spPr>
          <a:xfrm>
            <a:off x="411480" y="896112"/>
            <a:ext cx="1783080" cy="450616"/>
          </a:xfrm>
          <a:prstGeom prst="rect">
            <a:avLst/>
          </a:prstGeom>
          <a:noFill/>
          <a:ln/>
          <a:effectLst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BOOT FSM</a:t>
            </a:r>
            <a:endParaRPr lang="en-US" sz="900" dirty="0"/>
          </a:p>
        </p:txBody>
      </p:sp>
      <p:sp>
        <p:nvSpPr>
          <p:cNvPr id="42" name="Text 40">
            <a:extLst>
              <a:ext uri="{FF2B5EF4-FFF2-40B4-BE49-F238E27FC236}">
                <a16:creationId xmlns:a16="http://schemas.microsoft.com/office/drawing/2014/main" id="{49E29FC3-8D97-8959-944F-60D61E6FDE11}"/>
              </a:ext>
            </a:extLst>
          </p:cNvPr>
          <p:cNvSpPr/>
          <p:nvPr/>
        </p:nvSpPr>
        <p:spPr>
          <a:xfrm>
            <a:off x="411480" y="1314541"/>
            <a:ext cx="1783080" cy="386243"/>
          </a:xfrm>
          <a:prstGeom prst="rect">
            <a:avLst/>
          </a:prstGeom>
          <a:noFill/>
          <a:ln/>
          <a:effectLst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00" i="1" dirty="0">
                <a:solidFill>
                  <a:srgbClr val="6688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Controller</a:t>
            </a:r>
            <a:endParaRPr lang="en-US" sz="700" dirty="0"/>
          </a:p>
        </p:txBody>
      </p:sp>
      <p:sp>
        <p:nvSpPr>
          <p:cNvPr id="43" name="Shape 41">
            <a:extLst>
              <a:ext uri="{FF2B5EF4-FFF2-40B4-BE49-F238E27FC236}">
                <a16:creationId xmlns:a16="http://schemas.microsoft.com/office/drawing/2014/main" id="{6EC46A59-DA21-C89F-5E03-A7A4D674CAF4}"/>
              </a:ext>
            </a:extLst>
          </p:cNvPr>
          <p:cNvSpPr/>
          <p:nvPr/>
        </p:nvSpPr>
        <p:spPr>
          <a:xfrm>
            <a:off x="3291840" y="1481328"/>
            <a:ext cx="2560320" cy="1115568"/>
          </a:xfrm>
          <a:prstGeom prst="ellipse">
            <a:avLst/>
          </a:prstGeom>
          <a:solidFill>
            <a:srgbClr val="200840"/>
          </a:solidFill>
          <a:ln w="19050">
            <a:solidFill>
              <a:srgbClr val="8844EE"/>
            </a:solidFill>
            <a:prstDash val="soli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44" name="Text 42">
            <a:extLst>
              <a:ext uri="{FF2B5EF4-FFF2-40B4-BE49-F238E27FC236}">
                <a16:creationId xmlns:a16="http://schemas.microsoft.com/office/drawing/2014/main" id="{64A36D54-ACAD-9758-9328-DCDE43246E06}"/>
              </a:ext>
            </a:extLst>
          </p:cNvPr>
          <p:cNvSpPr/>
          <p:nvPr/>
        </p:nvSpPr>
        <p:spPr>
          <a:xfrm>
            <a:off x="3291840" y="1481328"/>
            <a:ext cx="2560320" cy="11155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900" b="1" dirty="0">
                <a:solidFill>
                  <a:srgbClr val="00E8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AUTHENTICATION</a:t>
            </a:r>
            <a:endParaRPr lang="en-US" sz="900" dirty="0"/>
          </a:p>
          <a:p>
            <a:pPr algn="ctr"/>
            <a:r>
              <a:rPr lang="en-US" sz="900" b="1" dirty="0">
                <a:solidFill>
                  <a:srgbClr val="00E8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ENGINE</a:t>
            </a:r>
            <a:endParaRPr lang="en-US" sz="900" dirty="0"/>
          </a:p>
        </p:txBody>
      </p:sp>
      <p:sp>
        <p:nvSpPr>
          <p:cNvPr id="45" name="Shape 43">
            <a:extLst>
              <a:ext uri="{FF2B5EF4-FFF2-40B4-BE49-F238E27FC236}">
                <a16:creationId xmlns:a16="http://schemas.microsoft.com/office/drawing/2014/main" id="{88C627EE-0FA5-0D7C-8796-00A603FFA224}"/>
              </a:ext>
            </a:extLst>
          </p:cNvPr>
          <p:cNvSpPr/>
          <p:nvPr/>
        </p:nvSpPr>
        <p:spPr>
          <a:xfrm>
            <a:off x="411480" y="2834640"/>
            <a:ext cx="1783080" cy="804672"/>
          </a:xfrm>
          <a:prstGeom prst="rect">
            <a:avLst/>
          </a:prstGeom>
          <a:solidFill>
            <a:srgbClr val="012018"/>
          </a:solidFill>
          <a:ln w="15240">
            <a:solidFill>
              <a:srgbClr val="00B860"/>
            </a:solidFill>
            <a:prstDash val="soli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46" name="Text 44">
            <a:extLst>
              <a:ext uri="{FF2B5EF4-FFF2-40B4-BE49-F238E27FC236}">
                <a16:creationId xmlns:a16="http://schemas.microsoft.com/office/drawing/2014/main" id="{59C23A2C-0D2F-555B-26A2-7FDC7F8BB51B}"/>
              </a:ext>
            </a:extLst>
          </p:cNvPr>
          <p:cNvSpPr/>
          <p:nvPr/>
        </p:nvSpPr>
        <p:spPr>
          <a:xfrm>
            <a:off x="411480" y="2834640"/>
            <a:ext cx="1783080" cy="450616"/>
          </a:xfrm>
          <a:prstGeom prst="rect">
            <a:avLst/>
          </a:prstGeom>
          <a:noFill/>
          <a:ln/>
          <a:effectLst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POLICY</a:t>
            </a:r>
            <a:endParaRPr lang="en-US" sz="900" dirty="0"/>
          </a:p>
        </p:txBody>
      </p:sp>
      <p:sp>
        <p:nvSpPr>
          <p:cNvPr id="47" name="Text 45">
            <a:extLst>
              <a:ext uri="{FF2B5EF4-FFF2-40B4-BE49-F238E27FC236}">
                <a16:creationId xmlns:a16="http://schemas.microsoft.com/office/drawing/2014/main" id="{1E4ADC79-CA1B-95C1-20D5-FEB0B58DA24D}"/>
              </a:ext>
            </a:extLst>
          </p:cNvPr>
          <p:cNvSpPr/>
          <p:nvPr/>
        </p:nvSpPr>
        <p:spPr>
          <a:xfrm>
            <a:off x="411480" y="3253069"/>
            <a:ext cx="1783080" cy="386243"/>
          </a:xfrm>
          <a:prstGeom prst="rect">
            <a:avLst/>
          </a:prstGeom>
          <a:noFill/>
          <a:ln/>
          <a:effectLst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00" i="1" dirty="0">
                <a:solidFill>
                  <a:srgbClr val="6688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Engine</a:t>
            </a:r>
            <a:endParaRPr lang="en-US" sz="700" dirty="0"/>
          </a:p>
        </p:txBody>
      </p:sp>
      <p:sp>
        <p:nvSpPr>
          <p:cNvPr id="48" name="Shape 46">
            <a:extLst>
              <a:ext uri="{FF2B5EF4-FFF2-40B4-BE49-F238E27FC236}">
                <a16:creationId xmlns:a16="http://schemas.microsoft.com/office/drawing/2014/main" id="{B3371E92-4216-B0D4-3556-B7247E5CD0A0}"/>
              </a:ext>
            </a:extLst>
          </p:cNvPr>
          <p:cNvSpPr/>
          <p:nvPr/>
        </p:nvSpPr>
        <p:spPr>
          <a:xfrm>
            <a:off x="3529584" y="2896088"/>
            <a:ext cx="1975104" cy="804672"/>
          </a:xfrm>
          <a:prstGeom prst="rect">
            <a:avLst/>
          </a:prstGeom>
          <a:solidFill>
            <a:srgbClr val="251000"/>
          </a:solidFill>
          <a:ln w="15240">
            <a:solidFill>
              <a:srgbClr val="CC6600"/>
            </a:solidFill>
            <a:prstDash val="soli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49" name="Text 47">
            <a:extLst>
              <a:ext uri="{FF2B5EF4-FFF2-40B4-BE49-F238E27FC236}">
                <a16:creationId xmlns:a16="http://schemas.microsoft.com/office/drawing/2014/main" id="{118337FB-795F-18DF-F0E3-44578ADC1950}"/>
              </a:ext>
            </a:extLst>
          </p:cNvPr>
          <p:cNvSpPr/>
          <p:nvPr/>
        </p:nvSpPr>
        <p:spPr>
          <a:xfrm>
            <a:off x="3529584" y="2896088"/>
            <a:ext cx="1975104" cy="450616"/>
          </a:xfrm>
          <a:prstGeom prst="rect">
            <a:avLst/>
          </a:prstGeom>
          <a:noFill/>
          <a:ln/>
          <a:effectLst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RETRY</a:t>
            </a:r>
            <a:endParaRPr lang="en-US" sz="900" dirty="0"/>
          </a:p>
        </p:txBody>
      </p:sp>
      <p:sp>
        <p:nvSpPr>
          <p:cNvPr id="50" name="Text 48">
            <a:extLst>
              <a:ext uri="{FF2B5EF4-FFF2-40B4-BE49-F238E27FC236}">
                <a16:creationId xmlns:a16="http://schemas.microsoft.com/office/drawing/2014/main" id="{5EA907BC-0FA1-6351-2975-4C0E0A5D9A96}"/>
              </a:ext>
            </a:extLst>
          </p:cNvPr>
          <p:cNvSpPr/>
          <p:nvPr/>
        </p:nvSpPr>
        <p:spPr>
          <a:xfrm>
            <a:off x="3529584" y="3355157"/>
            <a:ext cx="1975104" cy="386243"/>
          </a:xfrm>
          <a:prstGeom prst="rect">
            <a:avLst/>
          </a:prstGeom>
          <a:noFill/>
          <a:ln/>
          <a:effectLst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00" i="1" dirty="0">
                <a:solidFill>
                  <a:srgbClr val="6688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Counter</a:t>
            </a:r>
            <a:endParaRPr lang="en-US" sz="700" dirty="0"/>
          </a:p>
        </p:txBody>
      </p:sp>
      <p:sp>
        <p:nvSpPr>
          <p:cNvPr id="51" name="Shape 49">
            <a:extLst>
              <a:ext uri="{FF2B5EF4-FFF2-40B4-BE49-F238E27FC236}">
                <a16:creationId xmlns:a16="http://schemas.microsoft.com/office/drawing/2014/main" id="{E8D28FB9-36E8-9D93-7F25-8F95665A41D8}"/>
              </a:ext>
            </a:extLst>
          </p:cNvPr>
          <p:cNvSpPr/>
          <p:nvPr/>
        </p:nvSpPr>
        <p:spPr>
          <a:xfrm>
            <a:off x="6748272" y="2834640"/>
            <a:ext cx="1828800" cy="804672"/>
          </a:xfrm>
          <a:prstGeom prst="rect">
            <a:avLst/>
          </a:prstGeom>
          <a:solidFill>
            <a:srgbClr val="250000"/>
          </a:solidFill>
          <a:ln w="15240">
            <a:solidFill>
              <a:srgbClr val="CC1122"/>
            </a:solidFill>
            <a:prstDash val="soli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52" name="Text 50">
            <a:extLst>
              <a:ext uri="{FF2B5EF4-FFF2-40B4-BE49-F238E27FC236}">
                <a16:creationId xmlns:a16="http://schemas.microsoft.com/office/drawing/2014/main" id="{C7FB9EDE-9974-6D2B-4DBE-EDDAB7B8BFB4}"/>
              </a:ext>
            </a:extLst>
          </p:cNvPr>
          <p:cNvSpPr/>
          <p:nvPr/>
        </p:nvSpPr>
        <p:spPr>
          <a:xfrm>
            <a:off x="6748272" y="2834640"/>
            <a:ext cx="1828800" cy="450616"/>
          </a:xfrm>
          <a:prstGeom prst="rect">
            <a:avLst/>
          </a:prstGeom>
          <a:noFill/>
          <a:ln/>
          <a:effectLst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LOCKDOWN</a:t>
            </a:r>
            <a:endParaRPr lang="en-US" sz="900" dirty="0"/>
          </a:p>
        </p:txBody>
      </p:sp>
      <p:sp>
        <p:nvSpPr>
          <p:cNvPr id="53" name="Text 51">
            <a:extLst>
              <a:ext uri="{FF2B5EF4-FFF2-40B4-BE49-F238E27FC236}">
                <a16:creationId xmlns:a16="http://schemas.microsoft.com/office/drawing/2014/main" id="{42EB9117-6A5C-1DA8-5A3D-5D26C3B97876}"/>
              </a:ext>
            </a:extLst>
          </p:cNvPr>
          <p:cNvSpPr/>
          <p:nvPr/>
        </p:nvSpPr>
        <p:spPr>
          <a:xfrm>
            <a:off x="6748272" y="3253069"/>
            <a:ext cx="1828800" cy="386243"/>
          </a:xfrm>
          <a:prstGeom prst="rect">
            <a:avLst/>
          </a:prstGeom>
          <a:noFill/>
          <a:ln/>
          <a:effectLst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00" i="1" dirty="0">
                <a:solidFill>
                  <a:srgbClr val="6688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Control</a:t>
            </a:r>
            <a:endParaRPr lang="en-US" sz="700" dirty="0"/>
          </a:p>
        </p:txBody>
      </p:sp>
      <p:sp>
        <p:nvSpPr>
          <p:cNvPr id="54" name="Shape 52">
            <a:extLst>
              <a:ext uri="{FF2B5EF4-FFF2-40B4-BE49-F238E27FC236}">
                <a16:creationId xmlns:a16="http://schemas.microsoft.com/office/drawing/2014/main" id="{49AD020F-CC5B-8E8E-E64D-FE081E8BAD36}"/>
              </a:ext>
            </a:extLst>
          </p:cNvPr>
          <p:cNvSpPr/>
          <p:nvPr/>
        </p:nvSpPr>
        <p:spPr>
          <a:xfrm>
            <a:off x="2194560" y="4206240"/>
            <a:ext cx="4754880" cy="548640"/>
          </a:xfrm>
          <a:prstGeom prst="rect">
            <a:avLst/>
          </a:prstGeom>
          <a:solidFill>
            <a:srgbClr val="001E0E">
              <a:alpha val="90000"/>
            </a:srgbClr>
          </a:solidFill>
          <a:ln w="17780">
            <a:solidFill>
              <a:srgbClr val="00CC66"/>
            </a:solidFill>
            <a:prstDash val="soli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55" name="Text 53">
            <a:extLst>
              <a:ext uri="{FF2B5EF4-FFF2-40B4-BE49-F238E27FC236}">
                <a16:creationId xmlns:a16="http://schemas.microsoft.com/office/drawing/2014/main" id="{324979D2-F4C8-401C-18AA-431BC047B1B2}"/>
              </a:ext>
            </a:extLst>
          </p:cNvPr>
          <p:cNvSpPr/>
          <p:nvPr/>
        </p:nvSpPr>
        <p:spPr>
          <a:xfrm>
            <a:off x="2194560" y="4206240"/>
            <a:ext cx="4754880" cy="548640"/>
          </a:xfrm>
          <a:prstGeom prst="rect">
            <a:avLst/>
          </a:prstGeom>
          <a:noFill/>
          <a:ln/>
          <a:effectLst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CC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DEVICE TO BE AUTHENTICATED</a:t>
            </a:r>
            <a:endParaRPr lang="en-US" sz="1000" dirty="0"/>
          </a:p>
        </p:txBody>
      </p:sp>
      <p:sp>
        <p:nvSpPr>
          <p:cNvPr id="56" name="Shape 54">
            <a:extLst>
              <a:ext uri="{FF2B5EF4-FFF2-40B4-BE49-F238E27FC236}">
                <a16:creationId xmlns:a16="http://schemas.microsoft.com/office/drawing/2014/main" id="{DA2F11F3-A11E-992E-7BA1-E1BFE1B62674}"/>
              </a:ext>
            </a:extLst>
          </p:cNvPr>
          <p:cNvSpPr/>
          <p:nvPr/>
        </p:nvSpPr>
        <p:spPr>
          <a:xfrm>
            <a:off x="7150608" y="91440"/>
            <a:ext cx="1883664" cy="365760"/>
          </a:xfrm>
          <a:prstGeom prst="rect">
            <a:avLst/>
          </a:prstGeom>
          <a:solidFill>
            <a:srgbClr val="071830"/>
          </a:solidFill>
          <a:ln w="12700">
            <a:solidFill>
              <a:srgbClr val="00D4FF"/>
            </a:solidFill>
            <a:prstDash val="soli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57" name="Text 55">
            <a:extLst>
              <a:ext uri="{FF2B5EF4-FFF2-40B4-BE49-F238E27FC236}">
                <a16:creationId xmlns:a16="http://schemas.microsoft.com/office/drawing/2014/main" id="{4D1ED08B-71C1-A850-147B-916444483F43}"/>
              </a:ext>
            </a:extLst>
          </p:cNvPr>
          <p:cNvSpPr/>
          <p:nvPr/>
        </p:nvSpPr>
        <p:spPr>
          <a:xfrm>
            <a:off x="7150608" y="91440"/>
            <a:ext cx="1883664" cy="365760"/>
          </a:xfrm>
          <a:prstGeom prst="rect">
            <a:avLst/>
          </a:prstGeom>
          <a:noFill/>
          <a:ln/>
          <a:effectLst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 · POWER ON</a:t>
            </a:r>
            <a:endParaRPr lang="en-US" sz="700" dirty="0"/>
          </a:p>
        </p:txBody>
      </p:sp>
      <p:sp>
        <p:nvSpPr>
          <p:cNvPr id="58" name="Shape 56">
            <a:extLst>
              <a:ext uri="{FF2B5EF4-FFF2-40B4-BE49-F238E27FC236}">
                <a16:creationId xmlns:a16="http://schemas.microsoft.com/office/drawing/2014/main" id="{27AC37CC-46A2-B3BD-249D-6D156EC7CB51}"/>
              </a:ext>
            </a:extLst>
          </p:cNvPr>
          <p:cNvSpPr/>
          <p:nvPr/>
        </p:nvSpPr>
        <p:spPr>
          <a:xfrm>
            <a:off x="124968" y="4708457"/>
            <a:ext cx="1922769" cy="347472"/>
          </a:xfrm>
          <a:prstGeom prst="rect">
            <a:avLst/>
          </a:prstGeom>
          <a:solidFill>
            <a:srgbClr val="071830"/>
          </a:solidFill>
          <a:ln w="10160">
            <a:solidFill>
              <a:srgbClr val="00D4FF"/>
            </a:solidFill>
            <a:prstDash val="soli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59" name="Text 57">
            <a:extLst>
              <a:ext uri="{FF2B5EF4-FFF2-40B4-BE49-F238E27FC236}">
                <a16:creationId xmlns:a16="http://schemas.microsoft.com/office/drawing/2014/main" id="{114F6C48-B61B-D582-8D00-4C12B25E9F4C}"/>
              </a:ext>
            </a:extLst>
          </p:cNvPr>
          <p:cNvSpPr/>
          <p:nvPr/>
        </p:nvSpPr>
        <p:spPr>
          <a:xfrm>
            <a:off x="140208" y="4678739"/>
            <a:ext cx="1940052" cy="347472"/>
          </a:xfrm>
          <a:prstGeom prst="rect">
            <a:avLst/>
          </a:prstGeom>
          <a:noFill/>
          <a:ln/>
          <a:effectLst/>
        </p:spPr>
        <p:txBody>
          <a:bodyPr wrap="square" lIns="0" tIns="7620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[power on signal to boot FSM Boot_req]</a:t>
            </a:r>
            <a:endParaRPr lang="en-US" sz="800" dirty="0"/>
          </a:p>
        </p:txBody>
      </p:sp>
      <p:sp>
        <p:nvSpPr>
          <p:cNvPr id="38" name="Shape 54"/>
          <p:cNvSpPr/>
          <p:nvPr/>
        </p:nvSpPr>
        <p:spPr>
          <a:xfrm>
            <a:off x="662940" y="585216"/>
            <a:ext cx="0" cy="281087"/>
          </a:xfrm>
          <a:prstGeom prst="line">
            <a:avLst/>
          </a:prstGeom>
          <a:noFill/>
          <a:ln w="22860">
            <a:solidFill>
              <a:srgbClr val="FF9500">
                <a:alpha val="95000"/>
              </a:srgbClr>
            </a:solidFill>
            <a:prstDash val="solid"/>
            <a:tailEnd type="triangle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60" name="Text 55"/>
          <p:cNvSpPr/>
          <p:nvPr/>
        </p:nvSpPr>
        <p:spPr>
          <a:xfrm>
            <a:off x="961898" y="585216"/>
            <a:ext cx="1005840" cy="228600"/>
          </a:xfrm>
          <a:prstGeom prst="rect">
            <a:avLst/>
          </a:prstGeom>
          <a:solidFill>
            <a:srgbClr val="041020"/>
          </a:solidFill>
          <a:ln w="8890">
            <a:solidFill>
              <a:srgbClr val="FF9500"/>
            </a:solidFill>
          </a:ln>
          <a:effectLst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95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Boot request</a:t>
            </a:r>
            <a:endParaRPr lang="en-US" sz="750" dirty="0"/>
          </a:p>
        </p:txBody>
      </p:sp>
      <p:sp>
        <p:nvSpPr>
          <p:cNvPr id="61" name="Shape 28"/>
          <p:cNvSpPr/>
          <p:nvPr/>
        </p:nvSpPr>
        <p:spPr>
          <a:xfrm>
            <a:off x="182880" y="109728"/>
            <a:ext cx="960120" cy="475488"/>
          </a:xfrm>
          <a:prstGeom prst="ellipse">
            <a:avLst/>
          </a:prstGeom>
          <a:solidFill>
            <a:srgbClr val="1C0E00"/>
          </a:solidFill>
          <a:ln w="17780">
            <a:solidFill>
              <a:srgbClr val="FF9500"/>
            </a:solidFill>
            <a:prstDash val="solid"/>
          </a:ln>
          <a:effectLst>
            <a:glow rad="76200">
              <a:srgbClr val="FF9500">
                <a:alpha val="45000"/>
              </a:srgbClr>
            </a:glow>
          </a:effectLst>
        </p:spPr>
        <p:txBody>
          <a:bodyPr/>
          <a:lstStyle/>
          <a:p>
            <a:endParaRPr lang="en-US"/>
          </a:p>
        </p:txBody>
      </p:sp>
      <p:sp>
        <p:nvSpPr>
          <p:cNvPr id="64" name="Text 29"/>
          <p:cNvSpPr/>
          <p:nvPr/>
        </p:nvSpPr>
        <p:spPr>
          <a:xfrm>
            <a:off x="182880" y="109728"/>
            <a:ext cx="960120" cy="475488"/>
          </a:xfrm>
          <a:prstGeom prst="rect">
            <a:avLst/>
          </a:prstGeom>
          <a:noFill/>
          <a:ln/>
          <a:effectLst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95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POWER</a:t>
            </a:r>
            <a:endParaRPr lang="en-US" sz="800" dirty="0"/>
          </a:p>
          <a:p>
            <a:pPr marL="0" indent="0" algn="ctr">
              <a:buNone/>
            </a:pPr>
            <a:r>
              <a:rPr lang="en-US" sz="800" b="1" dirty="0">
                <a:solidFill>
                  <a:srgbClr val="FF95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</a:t>
            </a:r>
            <a:endParaRPr lang="en-US" sz="800" dirty="0"/>
          </a:p>
        </p:txBody>
      </p:sp>
      <p:sp>
        <p:nvSpPr>
          <p:cNvPr id="65" name="Shape 33">
            <a:extLst>
              <a:ext uri="{FF2B5EF4-FFF2-40B4-BE49-F238E27FC236}">
                <a16:creationId xmlns:a16="http://schemas.microsoft.com/office/drawing/2014/main" id="{0CC6C187-F147-9D62-F23C-ADCBC454BF54}"/>
              </a:ext>
            </a:extLst>
          </p:cNvPr>
          <p:cNvSpPr/>
          <p:nvPr/>
        </p:nvSpPr>
        <p:spPr>
          <a:xfrm>
            <a:off x="6752844" y="981710"/>
            <a:ext cx="1737360" cy="475488"/>
          </a:xfrm>
          <a:prstGeom prst="rect">
            <a:avLst/>
          </a:prstGeom>
          <a:solidFill>
            <a:srgbClr val="2A1E00"/>
          </a:solidFill>
          <a:ln w="15240">
            <a:solidFill>
              <a:srgbClr val="CC9900"/>
            </a:solidFill>
            <a:prstDash val="soli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66" name="Text 34">
            <a:extLst>
              <a:ext uri="{FF2B5EF4-FFF2-40B4-BE49-F238E27FC236}">
                <a16:creationId xmlns:a16="http://schemas.microsoft.com/office/drawing/2014/main" id="{CF93FC53-D3DD-480D-3658-254B598AE190}"/>
              </a:ext>
            </a:extLst>
          </p:cNvPr>
          <p:cNvSpPr/>
          <p:nvPr/>
        </p:nvSpPr>
        <p:spPr>
          <a:xfrm>
            <a:off x="6752844" y="968715"/>
            <a:ext cx="1737360" cy="266273"/>
          </a:xfrm>
          <a:prstGeom prst="rect">
            <a:avLst/>
          </a:prstGeom>
          <a:noFill/>
          <a:ln/>
          <a:effectLst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SECURE KEY</a:t>
            </a:r>
            <a:endParaRPr lang="en-US" sz="900" dirty="0"/>
          </a:p>
        </p:txBody>
      </p:sp>
      <p:sp>
        <p:nvSpPr>
          <p:cNvPr id="67" name="Text 35">
            <a:extLst>
              <a:ext uri="{FF2B5EF4-FFF2-40B4-BE49-F238E27FC236}">
                <a16:creationId xmlns:a16="http://schemas.microsoft.com/office/drawing/2014/main" id="{6133C4D4-2CC2-00A3-C8CE-314384703894}"/>
              </a:ext>
            </a:extLst>
          </p:cNvPr>
          <p:cNvSpPr/>
          <p:nvPr/>
        </p:nvSpPr>
        <p:spPr>
          <a:xfrm>
            <a:off x="6752844" y="1228964"/>
            <a:ext cx="1737360" cy="228234"/>
          </a:xfrm>
          <a:prstGeom prst="rect">
            <a:avLst/>
          </a:prstGeom>
          <a:noFill/>
          <a:ln/>
          <a:effectLst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00" i="1" dirty="0">
                <a:solidFill>
                  <a:srgbClr val="6688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Storage</a:t>
            </a:r>
            <a:endParaRPr lang="en-US" sz="700" dirty="0"/>
          </a:p>
        </p:txBody>
      </p:sp>
      <p:sp>
        <p:nvSpPr>
          <p:cNvPr id="68" name="Shape 30">
            <a:extLst>
              <a:ext uri="{FF2B5EF4-FFF2-40B4-BE49-F238E27FC236}">
                <a16:creationId xmlns:a16="http://schemas.microsoft.com/office/drawing/2014/main" id="{ADD3F79F-7B3B-8370-27E0-F799A7C7AF9A}"/>
              </a:ext>
            </a:extLst>
          </p:cNvPr>
          <p:cNvSpPr/>
          <p:nvPr/>
        </p:nvSpPr>
        <p:spPr>
          <a:xfrm>
            <a:off x="3627120" y="109728"/>
            <a:ext cx="1920240" cy="475488"/>
          </a:xfrm>
          <a:prstGeom prst="rect">
            <a:avLst/>
          </a:prstGeom>
          <a:solidFill>
            <a:srgbClr val="180038"/>
          </a:solidFill>
          <a:ln w="15240">
            <a:solidFill>
              <a:srgbClr val="8844EE"/>
            </a:solidFill>
            <a:prstDash val="soli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69" name="Text 31">
            <a:extLst>
              <a:ext uri="{FF2B5EF4-FFF2-40B4-BE49-F238E27FC236}">
                <a16:creationId xmlns:a16="http://schemas.microsoft.com/office/drawing/2014/main" id="{A0F02075-9F05-EF0D-81C0-D16AD708C57D}"/>
              </a:ext>
            </a:extLst>
          </p:cNvPr>
          <p:cNvSpPr/>
          <p:nvPr/>
        </p:nvSpPr>
        <p:spPr>
          <a:xfrm>
            <a:off x="3627120" y="109728"/>
            <a:ext cx="1920240" cy="266273"/>
          </a:xfrm>
          <a:prstGeom prst="rect">
            <a:avLst/>
          </a:prstGeom>
          <a:noFill/>
          <a:ln/>
          <a:effectLst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MEMORY</a:t>
            </a:r>
            <a:endParaRPr lang="en-US" sz="900" dirty="0"/>
          </a:p>
        </p:txBody>
      </p:sp>
      <p:sp>
        <p:nvSpPr>
          <p:cNvPr id="70" name="Text 32">
            <a:extLst>
              <a:ext uri="{FF2B5EF4-FFF2-40B4-BE49-F238E27FC236}">
                <a16:creationId xmlns:a16="http://schemas.microsoft.com/office/drawing/2014/main" id="{6A7161E2-7805-1A54-9E7F-A464E346AFCF}"/>
              </a:ext>
            </a:extLst>
          </p:cNvPr>
          <p:cNvSpPr/>
          <p:nvPr/>
        </p:nvSpPr>
        <p:spPr>
          <a:xfrm>
            <a:off x="3627120" y="356982"/>
            <a:ext cx="1920240" cy="228234"/>
          </a:xfrm>
          <a:prstGeom prst="rect">
            <a:avLst/>
          </a:prstGeom>
          <a:noFill/>
          <a:ln/>
          <a:effectLst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00" i="1" dirty="0">
                <a:solidFill>
                  <a:srgbClr val="6688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DDR / Flash</a:t>
            </a:r>
            <a:endParaRPr lang="en-US" sz="700" dirty="0"/>
          </a:p>
        </p:txBody>
      </p:sp>
    </p:spTree>
    <p:extLst>
      <p:ext uri="{BB962C8B-B14F-4D97-AF65-F5344CB8AC3E}">
        <p14:creationId xmlns:p14="http://schemas.microsoft.com/office/powerpoint/2010/main" val="421307506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med" p14:dur="700">
        <p159:morph option="byObject"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4102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0C5DF53-D895-35DC-4D6C-85682329A4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B65B0B35-9869-7EC8-D4B5-4D7A0BABAE27}"/>
              </a:ext>
            </a:extLst>
          </p:cNvPr>
          <p:cNvSpPr/>
          <p:nvPr/>
        </p:nvSpPr>
        <p:spPr>
          <a:xfrm>
            <a:off x="0" y="0"/>
            <a:ext cx="4572" cy="5143500"/>
          </a:xfrm>
          <a:prstGeom prst="rect">
            <a:avLst/>
          </a:prstGeom>
          <a:solidFill>
            <a:srgbClr val="0A2040"/>
          </a:solidFill>
          <a:ln w="3810">
            <a:solidFill>
              <a:srgbClr val="0A20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F26EB763-1D0D-4802-765E-E03095918165}"/>
              </a:ext>
            </a:extLst>
          </p:cNvPr>
          <p:cNvSpPr/>
          <p:nvPr/>
        </p:nvSpPr>
        <p:spPr>
          <a:xfrm>
            <a:off x="914400" y="0"/>
            <a:ext cx="4572" cy="5143500"/>
          </a:xfrm>
          <a:prstGeom prst="rect">
            <a:avLst/>
          </a:prstGeom>
          <a:solidFill>
            <a:srgbClr val="0A2040"/>
          </a:solidFill>
          <a:ln w="3810">
            <a:solidFill>
              <a:srgbClr val="0A20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CFE81401-5BF0-444D-87EC-59EF1346E61E}"/>
              </a:ext>
            </a:extLst>
          </p:cNvPr>
          <p:cNvSpPr/>
          <p:nvPr/>
        </p:nvSpPr>
        <p:spPr>
          <a:xfrm>
            <a:off x="1828800" y="0"/>
            <a:ext cx="4572" cy="5143500"/>
          </a:xfrm>
          <a:prstGeom prst="rect">
            <a:avLst/>
          </a:prstGeom>
          <a:solidFill>
            <a:srgbClr val="0A2040"/>
          </a:solidFill>
          <a:ln w="3810">
            <a:solidFill>
              <a:srgbClr val="0A20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4DD2D19C-4EBC-546D-CAB1-B6776D22B82B}"/>
              </a:ext>
            </a:extLst>
          </p:cNvPr>
          <p:cNvSpPr/>
          <p:nvPr/>
        </p:nvSpPr>
        <p:spPr>
          <a:xfrm>
            <a:off x="2743200" y="0"/>
            <a:ext cx="4572" cy="5143500"/>
          </a:xfrm>
          <a:prstGeom prst="rect">
            <a:avLst/>
          </a:prstGeom>
          <a:solidFill>
            <a:srgbClr val="0A2040"/>
          </a:solidFill>
          <a:ln w="3810">
            <a:solidFill>
              <a:srgbClr val="0A20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839530B0-F224-A3EB-4875-B7AD0CA4E67E}"/>
              </a:ext>
            </a:extLst>
          </p:cNvPr>
          <p:cNvSpPr/>
          <p:nvPr/>
        </p:nvSpPr>
        <p:spPr>
          <a:xfrm>
            <a:off x="3657600" y="0"/>
            <a:ext cx="4572" cy="5143500"/>
          </a:xfrm>
          <a:prstGeom prst="rect">
            <a:avLst/>
          </a:prstGeom>
          <a:solidFill>
            <a:srgbClr val="0A2040"/>
          </a:solidFill>
          <a:ln w="3810">
            <a:solidFill>
              <a:srgbClr val="0A20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2F21DCEE-B002-2D0C-2DD3-8158BD7CEB85}"/>
              </a:ext>
            </a:extLst>
          </p:cNvPr>
          <p:cNvSpPr/>
          <p:nvPr/>
        </p:nvSpPr>
        <p:spPr>
          <a:xfrm>
            <a:off x="4572000" y="0"/>
            <a:ext cx="4572" cy="5143500"/>
          </a:xfrm>
          <a:prstGeom prst="rect">
            <a:avLst/>
          </a:prstGeom>
          <a:solidFill>
            <a:srgbClr val="0A2040"/>
          </a:solidFill>
          <a:ln w="3810">
            <a:solidFill>
              <a:srgbClr val="0A20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CC0DC020-985E-1CE5-4CD5-C8B1F7F7FDF8}"/>
              </a:ext>
            </a:extLst>
          </p:cNvPr>
          <p:cNvSpPr/>
          <p:nvPr/>
        </p:nvSpPr>
        <p:spPr>
          <a:xfrm>
            <a:off x="5486400" y="0"/>
            <a:ext cx="4572" cy="5143500"/>
          </a:xfrm>
          <a:prstGeom prst="rect">
            <a:avLst/>
          </a:prstGeom>
          <a:solidFill>
            <a:srgbClr val="0A2040"/>
          </a:solidFill>
          <a:ln w="3810">
            <a:solidFill>
              <a:srgbClr val="0A20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FBDDE69D-4E17-90D1-D469-D213F2DBE5EE}"/>
              </a:ext>
            </a:extLst>
          </p:cNvPr>
          <p:cNvSpPr/>
          <p:nvPr/>
        </p:nvSpPr>
        <p:spPr>
          <a:xfrm>
            <a:off x="6400800" y="0"/>
            <a:ext cx="4572" cy="5143500"/>
          </a:xfrm>
          <a:prstGeom prst="rect">
            <a:avLst/>
          </a:prstGeom>
          <a:solidFill>
            <a:srgbClr val="0A2040"/>
          </a:solidFill>
          <a:ln w="3810">
            <a:solidFill>
              <a:srgbClr val="0A20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BD4A82C9-6726-3651-224E-0BEEF75E64F7}"/>
              </a:ext>
            </a:extLst>
          </p:cNvPr>
          <p:cNvSpPr/>
          <p:nvPr/>
        </p:nvSpPr>
        <p:spPr>
          <a:xfrm>
            <a:off x="7315200" y="0"/>
            <a:ext cx="4572" cy="5143500"/>
          </a:xfrm>
          <a:prstGeom prst="rect">
            <a:avLst/>
          </a:prstGeom>
          <a:solidFill>
            <a:srgbClr val="0A2040"/>
          </a:solidFill>
          <a:ln w="3810">
            <a:solidFill>
              <a:srgbClr val="0A20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876966C5-31A0-1395-254A-801C379AE9C8}"/>
              </a:ext>
            </a:extLst>
          </p:cNvPr>
          <p:cNvSpPr/>
          <p:nvPr/>
        </p:nvSpPr>
        <p:spPr>
          <a:xfrm>
            <a:off x="8229600" y="0"/>
            <a:ext cx="4572" cy="5143500"/>
          </a:xfrm>
          <a:prstGeom prst="rect">
            <a:avLst/>
          </a:prstGeom>
          <a:solidFill>
            <a:srgbClr val="0A2040"/>
          </a:solidFill>
          <a:ln w="3810">
            <a:solidFill>
              <a:srgbClr val="0A20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16A4F2E4-F651-C2BA-8F6C-800F517BC34B}"/>
              </a:ext>
            </a:extLst>
          </p:cNvPr>
          <p:cNvSpPr/>
          <p:nvPr/>
        </p:nvSpPr>
        <p:spPr>
          <a:xfrm>
            <a:off x="9144000" y="0"/>
            <a:ext cx="4572" cy="5143500"/>
          </a:xfrm>
          <a:prstGeom prst="rect">
            <a:avLst/>
          </a:prstGeom>
          <a:solidFill>
            <a:srgbClr val="0A2040"/>
          </a:solidFill>
          <a:ln w="3810">
            <a:solidFill>
              <a:srgbClr val="0A20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4237EF0E-B128-1CD9-79D5-645DDBB209BF}"/>
              </a:ext>
            </a:extLst>
          </p:cNvPr>
          <p:cNvSpPr/>
          <p:nvPr/>
        </p:nvSpPr>
        <p:spPr>
          <a:xfrm>
            <a:off x="0" y="0"/>
            <a:ext cx="9144000" cy="4572"/>
          </a:xfrm>
          <a:prstGeom prst="rect">
            <a:avLst/>
          </a:prstGeom>
          <a:solidFill>
            <a:srgbClr val="0A2040"/>
          </a:solidFill>
          <a:ln w="3810">
            <a:solidFill>
              <a:srgbClr val="0A20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2A258FF2-E81B-A088-4A1E-22183B005777}"/>
              </a:ext>
            </a:extLst>
          </p:cNvPr>
          <p:cNvSpPr/>
          <p:nvPr/>
        </p:nvSpPr>
        <p:spPr>
          <a:xfrm>
            <a:off x="0" y="822960"/>
            <a:ext cx="9144000" cy="4572"/>
          </a:xfrm>
          <a:prstGeom prst="rect">
            <a:avLst/>
          </a:prstGeom>
          <a:solidFill>
            <a:srgbClr val="0A2040"/>
          </a:solidFill>
          <a:ln w="3810">
            <a:solidFill>
              <a:srgbClr val="0A20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>
            <a:extLst>
              <a:ext uri="{FF2B5EF4-FFF2-40B4-BE49-F238E27FC236}">
                <a16:creationId xmlns:a16="http://schemas.microsoft.com/office/drawing/2014/main" id="{4B239BAD-570F-DC95-3F0D-9244469C9579}"/>
              </a:ext>
            </a:extLst>
          </p:cNvPr>
          <p:cNvSpPr/>
          <p:nvPr/>
        </p:nvSpPr>
        <p:spPr>
          <a:xfrm>
            <a:off x="0" y="1645920"/>
            <a:ext cx="9144000" cy="4572"/>
          </a:xfrm>
          <a:prstGeom prst="rect">
            <a:avLst/>
          </a:prstGeom>
          <a:solidFill>
            <a:srgbClr val="0A2040"/>
          </a:solidFill>
          <a:ln w="3810">
            <a:solidFill>
              <a:srgbClr val="0A20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>
            <a:extLst>
              <a:ext uri="{FF2B5EF4-FFF2-40B4-BE49-F238E27FC236}">
                <a16:creationId xmlns:a16="http://schemas.microsoft.com/office/drawing/2014/main" id="{4F546146-99EE-0AA5-D4A7-6F3626D87AE0}"/>
              </a:ext>
            </a:extLst>
          </p:cNvPr>
          <p:cNvSpPr/>
          <p:nvPr/>
        </p:nvSpPr>
        <p:spPr>
          <a:xfrm>
            <a:off x="0" y="2468880"/>
            <a:ext cx="9144000" cy="4572"/>
          </a:xfrm>
          <a:prstGeom prst="rect">
            <a:avLst/>
          </a:prstGeom>
          <a:solidFill>
            <a:srgbClr val="0A2040"/>
          </a:solidFill>
          <a:ln w="3810">
            <a:solidFill>
              <a:srgbClr val="0A20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>
            <a:extLst>
              <a:ext uri="{FF2B5EF4-FFF2-40B4-BE49-F238E27FC236}">
                <a16:creationId xmlns:a16="http://schemas.microsoft.com/office/drawing/2014/main" id="{962CB8EF-E20A-457A-C026-4A1508518663}"/>
              </a:ext>
            </a:extLst>
          </p:cNvPr>
          <p:cNvSpPr/>
          <p:nvPr/>
        </p:nvSpPr>
        <p:spPr>
          <a:xfrm>
            <a:off x="0" y="3291840"/>
            <a:ext cx="9144000" cy="4572"/>
          </a:xfrm>
          <a:prstGeom prst="rect">
            <a:avLst/>
          </a:prstGeom>
          <a:solidFill>
            <a:srgbClr val="0A2040"/>
          </a:solidFill>
          <a:ln w="3810">
            <a:solidFill>
              <a:srgbClr val="0A20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>
            <a:extLst>
              <a:ext uri="{FF2B5EF4-FFF2-40B4-BE49-F238E27FC236}">
                <a16:creationId xmlns:a16="http://schemas.microsoft.com/office/drawing/2014/main" id="{9D1A423A-0870-2EEE-63A4-04B5158EF277}"/>
              </a:ext>
            </a:extLst>
          </p:cNvPr>
          <p:cNvSpPr/>
          <p:nvPr/>
        </p:nvSpPr>
        <p:spPr>
          <a:xfrm>
            <a:off x="0" y="4114800"/>
            <a:ext cx="9144000" cy="4572"/>
          </a:xfrm>
          <a:prstGeom prst="rect">
            <a:avLst/>
          </a:prstGeom>
          <a:solidFill>
            <a:srgbClr val="0A2040"/>
          </a:solidFill>
          <a:ln w="3810">
            <a:solidFill>
              <a:srgbClr val="0A20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>
            <a:extLst>
              <a:ext uri="{FF2B5EF4-FFF2-40B4-BE49-F238E27FC236}">
                <a16:creationId xmlns:a16="http://schemas.microsoft.com/office/drawing/2014/main" id="{F674A541-5F86-367D-46D6-0E1E19F5BC71}"/>
              </a:ext>
            </a:extLst>
          </p:cNvPr>
          <p:cNvSpPr/>
          <p:nvPr/>
        </p:nvSpPr>
        <p:spPr>
          <a:xfrm>
            <a:off x="0" y="4937760"/>
            <a:ext cx="9144000" cy="4572"/>
          </a:xfrm>
          <a:prstGeom prst="rect">
            <a:avLst/>
          </a:prstGeom>
          <a:solidFill>
            <a:srgbClr val="0A2040"/>
          </a:solidFill>
          <a:ln w="3810">
            <a:solidFill>
              <a:srgbClr val="0A20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>
            <a:extLst>
              <a:ext uri="{FF2B5EF4-FFF2-40B4-BE49-F238E27FC236}">
                <a16:creationId xmlns:a16="http://schemas.microsoft.com/office/drawing/2014/main" id="{4D86362D-E1C3-5A7B-C05C-44BB355609DE}"/>
              </a:ext>
            </a:extLst>
          </p:cNvPr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1" name="Shape 19">
            <a:extLst>
              <a:ext uri="{FF2B5EF4-FFF2-40B4-BE49-F238E27FC236}">
                <a16:creationId xmlns:a16="http://schemas.microsoft.com/office/drawing/2014/main" id="{2D472A05-0BE9-A0FB-9090-9AAC757C2C1C}"/>
              </a:ext>
            </a:extLst>
          </p:cNvPr>
          <p:cNvSpPr/>
          <p:nvPr/>
        </p:nvSpPr>
        <p:spPr>
          <a:xfrm>
            <a:off x="0" y="5093208"/>
            <a:ext cx="9144000" cy="50292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2" name="Shape 20">
            <a:extLst>
              <a:ext uri="{FF2B5EF4-FFF2-40B4-BE49-F238E27FC236}">
                <a16:creationId xmlns:a16="http://schemas.microsoft.com/office/drawing/2014/main" id="{21A57DF1-4821-1726-F78E-BE9A195E6E6A}"/>
              </a:ext>
            </a:extLst>
          </p:cNvPr>
          <p:cNvSpPr/>
          <p:nvPr/>
        </p:nvSpPr>
        <p:spPr>
          <a:xfrm>
            <a:off x="73152" y="64008"/>
            <a:ext cx="274320" cy="36576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3" name="Shape 21">
            <a:extLst>
              <a:ext uri="{FF2B5EF4-FFF2-40B4-BE49-F238E27FC236}">
                <a16:creationId xmlns:a16="http://schemas.microsoft.com/office/drawing/2014/main" id="{6BA10419-4A26-F064-41AC-B23CA622A5A0}"/>
              </a:ext>
            </a:extLst>
          </p:cNvPr>
          <p:cNvSpPr/>
          <p:nvPr/>
        </p:nvSpPr>
        <p:spPr>
          <a:xfrm>
            <a:off x="73152" y="64008"/>
            <a:ext cx="36576" cy="22860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4" name="Shape 22">
            <a:extLst>
              <a:ext uri="{FF2B5EF4-FFF2-40B4-BE49-F238E27FC236}">
                <a16:creationId xmlns:a16="http://schemas.microsoft.com/office/drawing/2014/main" id="{191C930F-6FA9-1B54-5946-65D3D74A1203}"/>
              </a:ext>
            </a:extLst>
          </p:cNvPr>
          <p:cNvSpPr/>
          <p:nvPr/>
        </p:nvSpPr>
        <p:spPr>
          <a:xfrm>
            <a:off x="8796528" y="64008"/>
            <a:ext cx="274320" cy="36576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5" name="Shape 23">
            <a:extLst>
              <a:ext uri="{FF2B5EF4-FFF2-40B4-BE49-F238E27FC236}">
                <a16:creationId xmlns:a16="http://schemas.microsoft.com/office/drawing/2014/main" id="{145D847A-17C0-B515-DDCC-597E7D8088D0}"/>
              </a:ext>
            </a:extLst>
          </p:cNvPr>
          <p:cNvSpPr/>
          <p:nvPr/>
        </p:nvSpPr>
        <p:spPr>
          <a:xfrm>
            <a:off x="9034272" y="64008"/>
            <a:ext cx="36576" cy="22860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6" name="Shape 24">
            <a:extLst>
              <a:ext uri="{FF2B5EF4-FFF2-40B4-BE49-F238E27FC236}">
                <a16:creationId xmlns:a16="http://schemas.microsoft.com/office/drawing/2014/main" id="{251181D4-CC16-C5A4-631B-CE4CBBD350FC}"/>
              </a:ext>
            </a:extLst>
          </p:cNvPr>
          <p:cNvSpPr/>
          <p:nvPr/>
        </p:nvSpPr>
        <p:spPr>
          <a:xfrm>
            <a:off x="73152" y="5042916"/>
            <a:ext cx="274320" cy="36576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7" name="Shape 25">
            <a:extLst>
              <a:ext uri="{FF2B5EF4-FFF2-40B4-BE49-F238E27FC236}">
                <a16:creationId xmlns:a16="http://schemas.microsoft.com/office/drawing/2014/main" id="{4AC11651-1FCF-50BB-0843-E4C2C0079D19}"/>
              </a:ext>
            </a:extLst>
          </p:cNvPr>
          <p:cNvSpPr/>
          <p:nvPr/>
        </p:nvSpPr>
        <p:spPr>
          <a:xfrm>
            <a:off x="73152" y="4850892"/>
            <a:ext cx="36576" cy="22860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8" name="Shape 26">
            <a:extLst>
              <a:ext uri="{FF2B5EF4-FFF2-40B4-BE49-F238E27FC236}">
                <a16:creationId xmlns:a16="http://schemas.microsoft.com/office/drawing/2014/main" id="{5FA4F358-6299-0E14-74CF-32B330CF1F62}"/>
              </a:ext>
            </a:extLst>
          </p:cNvPr>
          <p:cNvSpPr/>
          <p:nvPr/>
        </p:nvSpPr>
        <p:spPr>
          <a:xfrm>
            <a:off x="8796528" y="5042916"/>
            <a:ext cx="274320" cy="36576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9" name="Shape 27">
            <a:extLst>
              <a:ext uri="{FF2B5EF4-FFF2-40B4-BE49-F238E27FC236}">
                <a16:creationId xmlns:a16="http://schemas.microsoft.com/office/drawing/2014/main" id="{0D47233D-018C-572A-24C5-205574B0E8CD}"/>
              </a:ext>
            </a:extLst>
          </p:cNvPr>
          <p:cNvSpPr/>
          <p:nvPr/>
        </p:nvSpPr>
        <p:spPr>
          <a:xfrm>
            <a:off x="9034272" y="4850892"/>
            <a:ext cx="36576" cy="22860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30" name="Shape 28">
            <a:extLst>
              <a:ext uri="{FF2B5EF4-FFF2-40B4-BE49-F238E27FC236}">
                <a16:creationId xmlns:a16="http://schemas.microsoft.com/office/drawing/2014/main" id="{E93E6D86-94F5-2E2C-2170-F5D9ECFC31D0}"/>
              </a:ext>
            </a:extLst>
          </p:cNvPr>
          <p:cNvSpPr/>
          <p:nvPr/>
        </p:nvSpPr>
        <p:spPr>
          <a:xfrm>
            <a:off x="182880" y="109728"/>
            <a:ext cx="960120" cy="475488"/>
          </a:xfrm>
          <a:prstGeom prst="ellipse">
            <a:avLst/>
          </a:prstGeom>
          <a:solidFill>
            <a:srgbClr val="1C0E00"/>
          </a:solidFill>
          <a:ln w="17780">
            <a:solidFill>
              <a:srgbClr val="FF9500"/>
            </a:solidFill>
            <a:prstDash val="soli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31" name="Text 29">
            <a:extLst>
              <a:ext uri="{FF2B5EF4-FFF2-40B4-BE49-F238E27FC236}">
                <a16:creationId xmlns:a16="http://schemas.microsoft.com/office/drawing/2014/main" id="{BF7B5DB9-59D7-117D-E93A-64C7F414CBFA}"/>
              </a:ext>
            </a:extLst>
          </p:cNvPr>
          <p:cNvSpPr/>
          <p:nvPr/>
        </p:nvSpPr>
        <p:spPr>
          <a:xfrm>
            <a:off x="182880" y="109728"/>
            <a:ext cx="960120" cy="475488"/>
          </a:xfrm>
          <a:prstGeom prst="rect">
            <a:avLst/>
          </a:prstGeom>
          <a:noFill/>
          <a:ln/>
          <a:effectLst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95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POWER</a:t>
            </a:r>
            <a:endParaRPr lang="en-US" sz="800" dirty="0"/>
          </a:p>
          <a:p>
            <a:pPr marL="0" indent="0" algn="ctr">
              <a:buNone/>
            </a:pPr>
            <a:r>
              <a:rPr lang="en-US" sz="800" b="1" dirty="0">
                <a:solidFill>
                  <a:srgbClr val="FF95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</a:t>
            </a:r>
            <a:endParaRPr lang="en-US" sz="800" dirty="0"/>
          </a:p>
        </p:txBody>
      </p:sp>
      <p:sp>
        <p:nvSpPr>
          <p:cNvPr id="40" name="Shape 38">
            <a:extLst>
              <a:ext uri="{FF2B5EF4-FFF2-40B4-BE49-F238E27FC236}">
                <a16:creationId xmlns:a16="http://schemas.microsoft.com/office/drawing/2014/main" id="{224CFB85-267C-EAEA-DA49-CAF845C7EA07}"/>
              </a:ext>
            </a:extLst>
          </p:cNvPr>
          <p:cNvSpPr/>
          <p:nvPr/>
        </p:nvSpPr>
        <p:spPr>
          <a:xfrm>
            <a:off x="411480" y="896112"/>
            <a:ext cx="1783080" cy="804672"/>
          </a:xfrm>
          <a:prstGeom prst="rect">
            <a:avLst/>
          </a:prstGeom>
          <a:solidFill>
            <a:srgbClr val="0B2850"/>
          </a:solidFill>
          <a:ln w="15240">
            <a:solidFill>
              <a:srgbClr val="2B7AE0"/>
            </a:solidFill>
            <a:prstDash val="solid"/>
          </a:ln>
          <a:effectLst>
            <a:glow rad="76200">
              <a:srgbClr val="4499FF">
                <a:alpha val="45000"/>
              </a:srgbClr>
            </a:glow>
          </a:effectLst>
        </p:spPr>
        <p:txBody>
          <a:bodyPr/>
          <a:lstStyle/>
          <a:p>
            <a:endParaRPr lang="en-US"/>
          </a:p>
        </p:txBody>
      </p:sp>
      <p:sp>
        <p:nvSpPr>
          <p:cNvPr id="41" name="Text 39">
            <a:extLst>
              <a:ext uri="{FF2B5EF4-FFF2-40B4-BE49-F238E27FC236}">
                <a16:creationId xmlns:a16="http://schemas.microsoft.com/office/drawing/2014/main" id="{3A13CB90-D4AA-1013-72B3-CF2E3B5A84AC}"/>
              </a:ext>
            </a:extLst>
          </p:cNvPr>
          <p:cNvSpPr/>
          <p:nvPr/>
        </p:nvSpPr>
        <p:spPr>
          <a:xfrm>
            <a:off x="411480" y="896112"/>
            <a:ext cx="1783080" cy="450616"/>
          </a:xfrm>
          <a:prstGeom prst="rect">
            <a:avLst/>
          </a:prstGeom>
          <a:noFill/>
          <a:ln/>
          <a:effectLst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BOOT FSM</a:t>
            </a:r>
            <a:endParaRPr lang="en-US" sz="900" dirty="0"/>
          </a:p>
        </p:txBody>
      </p:sp>
      <p:sp>
        <p:nvSpPr>
          <p:cNvPr id="42" name="Text 40">
            <a:extLst>
              <a:ext uri="{FF2B5EF4-FFF2-40B4-BE49-F238E27FC236}">
                <a16:creationId xmlns:a16="http://schemas.microsoft.com/office/drawing/2014/main" id="{DB9D7B38-D769-BB37-631B-BA2EE76174E9}"/>
              </a:ext>
            </a:extLst>
          </p:cNvPr>
          <p:cNvSpPr/>
          <p:nvPr/>
        </p:nvSpPr>
        <p:spPr>
          <a:xfrm>
            <a:off x="411480" y="1314541"/>
            <a:ext cx="1783080" cy="386243"/>
          </a:xfrm>
          <a:prstGeom prst="rect">
            <a:avLst/>
          </a:prstGeom>
          <a:noFill/>
          <a:ln/>
          <a:effectLst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00" i="1" dirty="0">
                <a:solidFill>
                  <a:srgbClr val="6688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Controller</a:t>
            </a:r>
            <a:endParaRPr lang="en-US" sz="700" dirty="0"/>
          </a:p>
        </p:txBody>
      </p:sp>
      <p:sp>
        <p:nvSpPr>
          <p:cNvPr id="43" name="Shape 41">
            <a:extLst>
              <a:ext uri="{FF2B5EF4-FFF2-40B4-BE49-F238E27FC236}">
                <a16:creationId xmlns:a16="http://schemas.microsoft.com/office/drawing/2014/main" id="{8FF70E1C-D90A-DA0C-ABE9-B93ED296D604}"/>
              </a:ext>
            </a:extLst>
          </p:cNvPr>
          <p:cNvSpPr/>
          <p:nvPr/>
        </p:nvSpPr>
        <p:spPr>
          <a:xfrm>
            <a:off x="3291840" y="1481328"/>
            <a:ext cx="2560320" cy="1115568"/>
          </a:xfrm>
          <a:prstGeom prst="ellipse">
            <a:avLst/>
          </a:prstGeom>
          <a:solidFill>
            <a:srgbClr val="200840"/>
          </a:solidFill>
          <a:ln w="19050">
            <a:solidFill>
              <a:srgbClr val="8844EE"/>
            </a:solidFill>
            <a:prstDash val="soli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44" name="Text 42">
            <a:extLst>
              <a:ext uri="{FF2B5EF4-FFF2-40B4-BE49-F238E27FC236}">
                <a16:creationId xmlns:a16="http://schemas.microsoft.com/office/drawing/2014/main" id="{83C3C300-9294-4A71-4A5D-B22BCA26471B}"/>
              </a:ext>
            </a:extLst>
          </p:cNvPr>
          <p:cNvSpPr/>
          <p:nvPr/>
        </p:nvSpPr>
        <p:spPr>
          <a:xfrm>
            <a:off x="3291840" y="1481328"/>
            <a:ext cx="2560320" cy="11155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900" b="1" dirty="0">
                <a:solidFill>
                  <a:srgbClr val="00E8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AUTHENTICATION</a:t>
            </a:r>
            <a:endParaRPr lang="en-US" sz="900" dirty="0"/>
          </a:p>
          <a:p>
            <a:pPr algn="ctr"/>
            <a:r>
              <a:rPr lang="en-US" sz="900" b="1" dirty="0">
                <a:solidFill>
                  <a:srgbClr val="00E8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ENGINE</a:t>
            </a:r>
            <a:endParaRPr lang="en-US" sz="900" dirty="0"/>
          </a:p>
        </p:txBody>
      </p:sp>
      <p:sp>
        <p:nvSpPr>
          <p:cNvPr id="45" name="Shape 43">
            <a:extLst>
              <a:ext uri="{FF2B5EF4-FFF2-40B4-BE49-F238E27FC236}">
                <a16:creationId xmlns:a16="http://schemas.microsoft.com/office/drawing/2014/main" id="{9A5B18D8-5B46-8C46-71E9-E1AF7F651E7F}"/>
              </a:ext>
            </a:extLst>
          </p:cNvPr>
          <p:cNvSpPr/>
          <p:nvPr/>
        </p:nvSpPr>
        <p:spPr>
          <a:xfrm>
            <a:off x="411480" y="2834640"/>
            <a:ext cx="1783080" cy="804672"/>
          </a:xfrm>
          <a:prstGeom prst="rect">
            <a:avLst/>
          </a:prstGeom>
          <a:solidFill>
            <a:srgbClr val="012018"/>
          </a:solidFill>
          <a:ln w="15240">
            <a:solidFill>
              <a:srgbClr val="00B860"/>
            </a:solidFill>
            <a:prstDash val="soli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46" name="Text 44">
            <a:extLst>
              <a:ext uri="{FF2B5EF4-FFF2-40B4-BE49-F238E27FC236}">
                <a16:creationId xmlns:a16="http://schemas.microsoft.com/office/drawing/2014/main" id="{8B8B24ED-E4AA-C414-8C7D-9E658782E7CD}"/>
              </a:ext>
            </a:extLst>
          </p:cNvPr>
          <p:cNvSpPr/>
          <p:nvPr/>
        </p:nvSpPr>
        <p:spPr>
          <a:xfrm>
            <a:off x="411480" y="2834640"/>
            <a:ext cx="1783080" cy="450616"/>
          </a:xfrm>
          <a:prstGeom prst="rect">
            <a:avLst/>
          </a:prstGeom>
          <a:noFill/>
          <a:ln/>
          <a:effectLst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POLICY</a:t>
            </a:r>
            <a:endParaRPr lang="en-US" sz="900" dirty="0"/>
          </a:p>
        </p:txBody>
      </p:sp>
      <p:sp>
        <p:nvSpPr>
          <p:cNvPr id="47" name="Text 45">
            <a:extLst>
              <a:ext uri="{FF2B5EF4-FFF2-40B4-BE49-F238E27FC236}">
                <a16:creationId xmlns:a16="http://schemas.microsoft.com/office/drawing/2014/main" id="{55D2CA58-270A-15A8-5FF9-63178BC0D9DB}"/>
              </a:ext>
            </a:extLst>
          </p:cNvPr>
          <p:cNvSpPr/>
          <p:nvPr/>
        </p:nvSpPr>
        <p:spPr>
          <a:xfrm>
            <a:off x="411480" y="3253069"/>
            <a:ext cx="1783080" cy="386243"/>
          </a:xfrm>
          <a:prstGeom prst="rect">
            <a:avLst/>
          </a:prstGeom>
          <a:noFill/>
          <a:ln/>
          <a:effectLst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00" i="1" dirty="0">
                <a:solidFill>
                  <a:srgbClr val="6688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Engine</a:t>
            </a:r>
            <a:endParaRPr lang="en-US" sz="700" dirty="0"/>
          </a:p>
        </p:txBody>
      </p:sp>
      <p:sp>
        <p:nvSpPr>
          <p:cNvPr id="48" name="Shape 46">
            <a:extLst>
              <a:ext uri="{FF2B5EF4-FFF2-40B4-BE49-F238E27FC236}">
                <a16:creationId xmlns:a16="http://schemas.microsoft.com/office/drawing/2014/main" id="{74E97DD4-9D29-0A46-DF85-09D2AE1FBEB4}"/>
              </a:ext>
            </a:extLst>
          </p:cNvPr>
          <p:cNvSpPr/>
          <p:nvPr/>
        </p:nvSpPr>
        <p:spPr>
          <a:xfrm>
            <a:off x="3529584" y="2896088"/>
            <a:ext cx="1975104" cy="804672"/>
          </a:xfrm>
          <a:prstGeom prst="rect">
            <a:avLst/>
          </a:prstGeom>
          <a:solidFill>
            <a:srgbClr val="251000"/>
          </a:solidFill>
          <a:ln w="15240">
            <a:solidFill>
              <a:srgbClr val="CC6600"/>
            </a:solidFill>
            <a:prstDash val="soli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49" name="Text 47">
            <a:extLst>
              <a:ext uri="{FF2B5EF4-FFF2-40B4-BE49-F238E27FC236}">
                <a16:creationId xmlns:a16="http://schemas.microsoft.com/office/drawing/2014/main" id="{A8D5E537-5894-DEED-284E-E52E3DD8B9A1}"/>
              </a:ext>
            </a:extLst>
          </p:cNvPr>
          <p:cNvSpPr/>
          <p:nvPr/>
        </p:nvSpPr>
        <p:spPr>
          <a:xfrm>
            <a:off x="3529584" y="2896088"/>
            <a:ext cx="1975104" cy="450616"/>
          </a:xfrm>
          <a:prstGeom prst="rect">
            <a:avLst/>
          </a:prstGeom>
          <a:noFill/>
          <a:ln/>
          <a:effectLst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RETRY</a:t>
            </a:r>
            <a:endParaRPr lang="en-US" sz="900" dirty="0"/>
          </a:p>
        </p:txBody>
      </p:sp>
      <p:sp>
        <p:nvSpPr>
          <p:cNvPr id="50" name="Text 48">
            <a:extLst>
              <a:ext uri="{FF2B5EF4-FFF2-40B4-BE49-F238E27FC236}">
                <a16:creationId xmlns:a16="http://schemas.microsoft.com/office/drawing/2014/main" id="{487027F9-7D5C-D33F-6979-42F945ED7B0D}"/>
              </a:ext>
            </a:extLst>
          </p:cNvPr>
          <p:cNvSpPr/>
          <p:nvPr/>
        </p:nvSpPr>
        <p:spPr>
          <a:xfrm>
            <a:off x="3529584" y="3355157"/>
            <a:ext cx="1975104" cy="386243"/>
          </a:xfrm>
          <a:prstGeom prst="rect">
            <a:avLst/>
          </a:prstGeom>
          <a:noFill/>
          <a:ln/>
          <a:effectLst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00" i="1" dirty="0">
                <a:solidFill>
                  <a:srgbClr val="6688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Counter</a:t>
            </a:r>
            <a:endParaRPr lang="en-US" sz="700" dirty="0"/>
          </a:p>
        </p:txBody>
      </p:sp>
      <p:sp>
        <p:nvSpPr>
          <p:cNvPr id="51" name="Shape 49">
            <a:extLst>
              <a:ext uri="{FF2B5EF4-FFF2-40B4-BE49-F238E27FC236}">
                <a16:creationId xmlns:a16="http://schemas.microsoft.com/office/drawing/2014/main" id="{30C1B0E5-D126-9D26-EF7D-40DC08D92382}"/>
              </a:ext>
            </a:extLst>
          </p:cNvPr>
          <p:cNvSpPr/>
          <p:nvPr/>
        </p:nvSpPr>
        <p:spPr>
          <a:xfrm>
            <a:off x="6748272" y="2834640"/>
            <a:ext cx="1828800" cy="804672"/>
          </a:xfrm>
          <a:prstGeom prst="rect">
            <a:avLst/>
          </a:prstGeom>
          <a:solidFill>
            <a:srgbClr val="250000"/>
          </a:solidFill>
          <a:ln w="15240">
            <a:solidFill>
              <a:srgbClr val="CC1122"/>
            </a:solidFill>
            <a:prstDash val="soli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52" name="Text 50">
            <a:extLst>
              <a:ext uri="{FF2B5EF4-FFF2-40B4-BE49-F238E27FC236}">
                <a16:creationId xmlns:a16="http://schemas.microsoft.com/office/drawing/2014/main" id="{08410486-FF2A-E116-AE6F-802C0A60B699}"/>
              </a:ext>
            </a:extLst>
          </p:cNvPr>
          <p:cNvSpPr/>
          <p:nvPr/>
        </p:nvSpPr>
        <p:spPr>
          <a:xfrm>
            <a:off x="6748272" y="2834640"/>
            <a:ext cx="1828800" cy="450616"/>
          </a:xfrm>
          <a:prstGeom prst="rect">
            <a:avLst/>
          </a:prstGeom>
          <a:noFill/>
          <a:ln/>
          <a:effectLst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LOCKDOWN</a:t>
            </a:r>
            <a:endParaRPr lang="en-US" sz="900" dirty="0"/>
          </a:p>
        </p:txBody>
      </p:sp>
      <p:sp>
        <p:nvSpPr>
          <p:cNvPr id="53" name="Text 51">
            <a:extLst>
              <a:ext uri="{FF2B5EF4-FFF2-40B4-BE49-F238E27FC236}">
                <a16:creationId xmlns:a16="http://schemas.microsoft.com/office/drawing/2014/main" id="{33309642-2C99-E960-30FD-B575D27D7445}"/>
              </a:ext>
            </a:extLst>
          </p:cNvPr>
          <p:cNvSpPr/>
          <p:nvPr/>
        </p:nvSpPr>
        <p:spPr>
          <a:xfrm>
            <a:off x="6748272" y="3253069"/>
            <a:ext cx="1828800" cy="386243"/>
          </a:xfrm>
          <a:prstGeom prst="rect">
            <a:avLst/>
          </a:prstGeom>
          <a:noFill/>
          <a:ln/>
          <a:effectLst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00" i="1" dirty="0">
                <a:solidFill>
                  <a:srgbClr val="6688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Control</a:t>
            </a:r>
            <a:endParaRPr lang="en-US" sz="700" dirty="0"/>
          </a:p>
        </p:txBody>
      </p:sp>
      <p:sp>
        <p:nvSpPr>
          <p:cNvPr id="54" name="Shape 52">
            <a:extLst>
              <a:ext uri="{FF2B5EF4-FFF2-40B4-BE49-F238E27FC236}">
                <a16:creationId xmlns:a16="http://schemas.microsoft.com/office/drawing/2014/main" id="{1CD767E0-6324-97FD-5AA0-A0D445483E4A}"/>
              </a:ext>
            </a:extLst>
          </p:cNvPr>
          <p:cNvSpPr/>
          <p:nvPr/>
        </p:nvSpPr>
        <p:spPr>
          <a:xfrm>
            <a:off x="2194560" y="4206240"/>
            <a:ext cx="4754880" cy="548640"/>
          </a:xfrm>
          <a:prstGeom prst="rect">
            <a:avLst/>
          </a:prstGeom>
          <a:solidFill>
            <a:srgbClr val="001E0E">
              <a:alpha val="90000"/>
            </a:srgbClr>
          </a:solidFill>
          <a:ln w="17780">
            <a:solidFill>
              <a:srgbClr val="00CC66"/>
            </a:solidFill>
            <a:prstDash val="soli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55" name="Text 53">
            <a:extLst>
              <a:ext uri="{FF2B5EF4-FFF2-40B4-BE49-F238E27FC236}">
                <a16:creationId xmlns:a16="http://schemas.microsoft.com/office/drawing/2014/main" id="{F026B7A3-2D42-D233-7B75-EBB04BDCC645}"/>
              </a:ext>
            </a:extLst>
          </p:cNvPr>
          <p:cNvSpPr/>
          <p:nvPr/>
        </p:nvSpPr>
        <p:spPr>
          <a:xfrm>
            <a:off x="2194560" y="4206240"/>
            <a:ext cx="4754880" cy="548640"/>
          </a:xfrm>
          <a:prstGeom prst="rect">
            <a:avLst/>
          </a:prstGeom>
          <a:noFill/>
          <a:ln/>
          <a:effectLst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CC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DEVICE TO BE AUTHENTICATED</a:t>
            </a:r>
            <a:endParaRPr lang="en-US" sz="1000" dirty="0"/>
          </a:p>
        </p:txBody>
      </p:sp>
      <p:sp>
        <p:nvSpPr>
          <p:cNvPr id="56" name="Shape 54">
            <a:extLst>
              <a:ext uri="{FF2B5EF4-FFF2-40B4-BE49-F238E27FC236}">
                <a16:creationId xmlns:a16="http://schemas.microsoft.com/office/drawing/2014/main" id="{AF6827DB-8575-9C85-7549-F28F7CE6F238}"/>
              </a:ext>
            </a:extLst>
          </p:cNvPr>
          <p:cNvSpPr/>
          <p:nvPr/>
        </p:nvSpPr>
        <p:spPr>
          <a:xfrm>
            <a:off x="7150608" y="91440"/>
            <a:ext cx="1883664" cy="369784"/>
          </a:xfrm>
          <a:prstGeom prst="rect">
            <a:avLst/>
          </a:prstGeom>
          <a:solidFill>
            <a:srgbClr val="071830"/>
          </a:solidFill>
          <a:ln w="12700">
            <a:solidFill>
              <a:srgbClr val="00D4FF"/>
            </a:solidFill>
            <a:prstDash val="soli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57" name="Text 55">
            <a:extLst>
              <a:ext uri="{FF2B5EF4-FFF2-40B4-BE49-F238E27FC236}">
                <a16:creationId xmlns:a16="http://schemas.microsoft.com/office/drawing/2014/main" id="{28CA4734-DB75-10BF-1432-F57A0CD3E79D}"/>
              </a:ext>
            </a:extLst>
          </p:cNvPr>
          <p:cNvSpPr/>
          <p:nvPr/>
        </p:nvSpPr>
        <p:spPr>
          <a:xfrm>
            <a:off x="7150608" y="320040"/>
            <a:ext cx="1883664" cy="45719"/>
          </a:xfrm>
          <a:prstGeom prst="rect">
            <a:avLst/>
          </a:prstGeom>
          <a:noFill/>
          <a:ln/>
          <a:effectLst/>
        </p:spPr>
        <p:txBody>
          <a:bodyPr wrap="square" rtlCol="0" anchor="ctr"/>
          <a:lstStyle/>
          <a:p>
            <a:pPr algn="ctr"/>
            <a:r>
              <a:rPr lang="en-US" sz="700" b="1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 · AUTH_START</a:t>
            </a:r>
            <a:endParaRPr lang="en-US" sz="700" dirty="0"/>
          </a:p>
          <a:p>
            <a:pPr marL="0" indent="0" algn="ctr">
              <a:buNone/>
            </a:pPr>
            <a:endParaRPr lang="en-US" sz="700" dirty="0"/>
          </a:p>
        </p:txBody>
      </p:sp>
      <p:sp>
        <p:nvSpPr>
          <p:cNvPr id="58" name="Shape 56">
            <a:extLst>
              <a:ext uri="{FF2B5EF4-FFF2-40B4-BE49-F238E27FC236}">
                <a16:creationId xmlns:a16="http://schemas.microsoft.com/office/drawing/2014/main" id="{796BEC34-10A5-16E0-4EAD-8FCB7909FE1E}"/>
              </a:ext>
            </a:extLst>
          </p:cNvPr>
          <p:cNvSpPr/>
          <p:nvPr/>
        </p:nvSpPr>
        <p:spPr>
          <a:xfrm>
            <a:off x="98298" y="4696128"/>
            <a:ext cx="2013966" cy="347472"/>
          </a:xfrm>
          <a:prstGeom prst="rect">
            <a:avLst/>
          </a:prstGeom>
          <a:solidFill>
            <a:srgbClr val="071830"/>
          </a:solidFill>
          <a:ln w="10160">
            <a:solidFill>
              <a:srgbClr val="00D4FF"/>
            </a:solidFill>
            <a:prstDash val="soli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59" name="Text 57">
            <a:extLst>
              <a:ext uri="{FF2B5EF4-FFF2-40B4-BE49-F238E27FC236}">
                <a16:creationId xmlns:a16="http://schemas.microsoft.com/office/drawing/2014/main" id="{6AF7BAF7-CC9A-D7D8-A1EF-309EAC6993C4}"/>
              </a:ext>
            </a:extLst>
          </p:cNvPr>
          <p:cNvSpPr/>
          <p:nvPr/>
        </p:nvSpPr>
        <p:spPr>
          <a:xfrm>
            <a:off x="144018" y="4666410"/>
            <a:ext cx="2082546" cy="347472"/>
          </a:xfrm>
          <a:prstGeom prst="rect">
            <a:avLst/>
          </a:prstGeom>
          <a:noFill/>
          <a:ln/>
          <a:effectLst/>
        </p:spPr>
        <p:txBody>
          <a:bodyPr wrap="square" lIns="0" tIns="7620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Signal to Auth Engine to Start</a:t>
            </a:r>
            <a:endParaRPr lang="en-US" sz="800" dirty="0"/>
          </a:p>
        </p:txBody>
      </p:sp>
      <p:sp>
        <p:nvSpPr>
          <p:cNvPr id="61" name="Shape 54">
            <a:extLst>
              <a:ext uri="{FF2B5EF4-FFF2-40B4-BE49-F238E27FC236}">
                <a16:creationId xmlns:a16="http://schemas.microsoft.com/office/drawing/2014/main" id="{08C35ED5-C01D-B98A-020D-1D49B201B52A}"/>
              </a:ext>
            </a:extLst>
          </p:cNvPr>
          <p:cNvSpPr/>
          <p:nvPr/>
        </p:nvSpPr>
        <p:spPr>
          <a:xfrm>
            <a:off x="662940" y="585216"/>
            <a:ext cx="0" cy="281087"/>
          </a:xfrm>
          <a:prstGeom prst="line">
            <a:avLst/>
          </a:prstGeom>
          <a:noFill/>
          <a:ln w="22860">
            <a:solidFill>
              <a:srgbClr val="FF9500">
                <a:alpha val="95000"/>
              </a:srgbClr>
            </a:solidFill>
            <a:prstDash val="solid"/>
            <a:tailEnd type="triangle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64" name="Text 55">
            <a:extLst>
              <a:ext uri="{FF2B5EF4-FFF2-40B4-BE49-F238E27FC236}">
                <a16:creationId xmlns:a16="http://schemas.microsoft.com/office/drawing/2014/main" id="{8488EC42-A1D4-3D37-0B47-80DE04492A6F}"/>
              </a:ext>
            </a:extLst>
          </p:cNvPr>
          <p:cNvSpPr/>
          <p:nvPr/>
        </p:nvSpPr>
        <p:spPr>
          <a:xfrm>
            <a:off x="961898" y="585216"/>
            <a:ext cx="1005840" cy="228600"/>
          </a:xfrm>
          <a:prstGeom prst="rect">
            <a:avLst/>
          </a:prstGeom>
          <a:solidFill>
            <a:srgbClr val="041020"/>
          </a:solidFill>
          <a:ln w="8890">
            <a:solidFill>
              <a:srgbClr val="FF9500"/>
            </a:solidFill>
          </a:ln>
          <a:effectLst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95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Boot request</a:t>
            </a:r>
            <a:endParaRPr lang="en-US" sz="750" dirty="0"/>
          </a:p>
        </p:txBody>
      </p:sp>
      <p:sp>
        <p:nvSpPr>
          <p:cNvPr id="66" name="Shape 56">
            <a:extLst>
              <a:ext uri="{FF2B5EF4-FFF2-40B4-BE49-F238E27FC236}">
                <a16:creationId xmlns:a16="http://schemas.microsoft.com/office/drawing/2014/main" id="{A0CB1C5B-9E27-A316-CA17-FD89F0436619}"/>
              </a:ext>
            </a:extLst>
          </p:cNvPr>
          <p:cNvSpPr/>
          <p:nvPr/>
        </p:nvSpPr>
        <p:spPr>
          <a:xfrm>
            <a:off x="2194560" y="1298448"/>
            <a:ext cx="1120140" cy="505480"/>
          </a:xfrm>
          <a:prstGeom prst="line">
            <a:avLst/>
          </a:prstGeom>
          <a:noFill/>
          <a:ln w="22860">
            <a:solidFill>
              <a:srgbClr val="00D4FF">
                <a:alpha val="95000"/>
              </a:srgbClr>
            </a:solidFill>
            <a:prstDash val="solid"/>
            <a:tailEnd type="triangle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67" name="Text 57">
            <a:extLst>
              <a:ext uri="{FF2B5EF4-FFF2-40B4-BE49-F238E27FC236}">
                <a16:creationId xmlns:a16="http://schemas.microsoft.com/office/drawing/2014/main" id="{AA66342A-740A-83C9-0B91-3624931CCD67}"/>
              </a:ext>
            </a:extLst>
          </p:cNvPr>
          <p:cNvSpPr/>
          <p:nvPr/>
        </p:nvSpPr>
        <p:spPr>
          <a:xfrm>
            <a:off x="2590038" y="1189401"/>
            <a:ext cx="868680" cy="219456"/>
          </a:xfrm>
          <a:prstGeom prst="rect">
            <a:avLst/>
          </a:prstGeom>
          <a:solidFill>
            <a:srgbClr val="041020"/>
          </a:solidFill>
          <a:ln w="8890">
            <a:solidFill>
              <a:srgbClr val="00D4FF"/>
            </a:solidFill>
          </a:ln>
          <a:effectLst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auth_start</a:t>
            </a:r>
            <a:endParaRPr lang="en-US" sz="750" dirty="0"/>
          </a:p>
        </p:txBody>
      </p:sp>
      <p:sp>
        <p:nvSpPr>
          <p:cNvPr id="68" name="Shape 30">
            <a:extLst>
              <a:ext uri="{FF2B5EF4-FFF2-40B4-BE49-F238E27FC236}">
                <a16:creationId xmlns:a16="http://schemas.microsoft.com/office/drawing/2014/main" id="{F676E9A2-154E-4C8C-B729-01699CE2D280}"/>
              </a:ext>
            </a:extLst>
          </p:cNvPr>
          <p:cNvSpPr/>
          <p:nvPr/>
        </p:nvSpPr>
        <p:spPr>
          <a:xfrm>
            <a:off x="3627120" y="109728"/>
            <a:ext cx="1920240" cy="475488"/>
          </a:xfrm>
          <a:prstGeom prst="rect">
            <a:avLst/>
          </a:prstGeom>
          <a:solidFill>
            <a:srgbClr val="180038"/>
          </a:solidFill>
          <a:ln w="15240">
            <a:solidFill>
              <a:srgbClr val="8844EE"/>
            </a:solidFill>
            <a:prstDash val="soli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69" name="Text 31">
            <a:extLst>
              <a:ext uri="{FF2B5EF4-FFF2-40B4-BE49-F238E27FC236}">
                <a16:creationId xmlns:a16="http://schemas.microsoft.com/office/drawing/2014/main" id="{88086E63-F80C-0C00-F9D7-593CE334A5CF}"/>
              </a:ext>
            </a:extLst>
          </p:cNvPr>
          <p:cNvSpPr/>
          <p:nvPr/>
        </p:nvSpPr>
        <p:spPr>
          <a:xfrm>
            <a:off x="3627120" y="109728"/>
            <a:ext cx="1920240" cy="266273"/>
          </a:xfrm>
          <a:prstGeom prst="rect">
            <a:avLst/>
          </a:prstGeom>
          <a:noFill/>
          <a:ln/>
          <a:effectLst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MEMORY</a:t>
            </a:r>
            <a:endParaRPr lang="en-US" sz="900" dirty="0"/>
          </a:p>
        </p:txBody>
      </p:sp>
      <p:sp>
        <p:nvSpPr>
          <p:cNvPr id="70" name="Text 32">
            <a:extLst>
              <a:ext uri="{FF2B5EF4-FFF2-40B4-BE49-F238E27FC236}">
                <a16:creationId xmlns:a16="http://schemas.microsoft.com/office/drawing/2014/main" id="{B64FDCE7-4FF5-D56D-6359-E6A07CC60150}"/>
              </a:ext>
            </a:extLst>
          </p:cNvPr>
          <p:cNvSpPr/>
          <p:nvPr/>
        </p:nvSpPr>
        <p:spPr>
          <a:xfrm>
            <a:off x="3627120" y="356982"/>
            <a:ext cx="1920240" cy="228234"/>
          </a:xfrm>
          <a:prstGeom prst="rect">
            <a:avLst/>
          </a:prstGeom>
          <a:noFill/>
          <a:ln/>
          <a:effectLst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00" i="1" dirty="0">
                <a:solidFill>
                  <a:srgbClr val="6688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DDR / Flash</a:t>
            </a:r>
            <a:endParaRPr lang="en-US" sz="700" dirty="0"/>
          </a:p>
        </p:txBody>
      </p:sp>
      <p:sp>
        <p:nvSpPr>
          <p:cNvPr id="71" name="Shape 33">
            <a:extLst>
              <a:ext uri="{FF2B5EF4-FFF2-40B4-BE49-F238E27FC236}">
                <a16:creationId xmlns:a16="http://schemas.microsoft.com/office/drawing/2014/main" id="{2DC427D6-96E6-2D64-2340-C25E60103992}"/>
              </a:ext>
            </a:extLst>
          </p:cNvPr>
          <p:cNvSpPr/>
          <p:nvPr/>
        </p:nvSpPr>
        <p:spPr>
          <a:xfrm>
            <a:off x="6752844" y="981710"/>
            <a:ext cx="1737360" cy="475488"/>
          </a:xfrm>
          <a:prstGeom prst="rect">
            <a:avLst/>
          </a:prstGeom>
          <a:solidFill>
            <a:srgbClr val="2A1E00"/>
          </a:solidFill>
          <a:ln w="15240">
            <a:solidFill>
              <a:srgbClr val="CC9900"/>
            </a:solidFill>
            <a:prstDash val="soli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2" name="Text 34">
            <a:extLst>
              <a:ext uri="{FF2B5EF4-FFF2-40B4-BE49-F238E27FC236}">
                <a16:creationId xmlns:a16="http://schemas.microsoft.com/office/drawing/2014/main" id="{7EEB8274-C1E8-076B-830C-A34BDC7F9275}"/>
              </a:ext>
            </a:extLst>
          </p:cNvPr>
          <p:cNvSpPr/>
          <p:nvPr/>
        </p:nvSpPr>
        <p:spPr>
          <a:xfrm>
            <a:off x="6752844" y="968715"/>
            <a:ext cx="1737360" cy="266273"/>
          </a:xfrm>
          <a:prstGeom prst="rect">
            <a:avLst/>
          </a:prstGeom>
          <a:noFill/>
          <a:ln/>
          <a:effectLst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SECURE KEY</a:t>
            </a:r>
            <a:endParaRPr lang="en-US" sz="900" dirty="0"/>
          </a:p>
        </p:txBody>
      </p:sp>
      <p:sp>
        <p:nvSpPr>
          <p:cNvPr id="73" name="Text 35">
            <a:extLst>
              <a:ext uri="{FF2B5EF4-FFF2-40B4-BE49-F238E27FC236}">
                <a16:creationId xmlns:a16="http://schemas.microsoft.com/office/drawing/2014/main" id="{FAC25316-B2D3-9DD8-F0DF-EBD08A57F5FB}"/>
              </a:ext>
            </a:extLst>
          </p:cNvPr>
          <p:cNvSpPr/>
          <p:nvPr/>
        </p:nvSpPr>
        <p:spPr>
          <a:xfrm>
            <a:off x="6752844" y="1228964"/>
            <a:ext cx="1737360" cy="228234"/>
          </a:xfrm>
          <a:prstGeom prst="rect">
            <a:avLst/>
          </a:prstGeom>
          <a:noFill/>
          <a:ln/>
          <a:effectLst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00" i="1" dirty="0">
                <a:solidFill>
                  <a:srgbClr val="6688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Storage</a:t>
            </a:r>
            <a:endParaRPr lang="en-US" sz="700" dirty="0"/>
          </a:p>
        </p:txBody>
      </p:sp>
    </p:spTree>
    <p:extLst>
      <p:ext uri="{BB962C8B-B14F-4D97-AF65-F5344CB8AC3E}">
        <p14:creationId xmlns:p14="http://schemas.microsoft.com/office/powerpoint/2010/main" val="64751015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med" p14:dur="700">
        <p159:morph option="byObject"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4102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7EFA612-256B-A775-1C7D-453491B35A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EF69B117-DAF8-6D0E-632E-3C8748EB426D}"/>
              </a:ext>
            </a:extLst>
          </p:cNvPr>
          <p:cNvSpPr/>
          <p:nvPr/>
        </p:nvSpPr>
        <p:spPr>
          <a:xfrm>
            <a:off x="0" y="0"/>
            <a:ext cx="4572" cy="5143500"/>
          </a:xfrm>
          <a:prstGeom prst="rect">
            <a:avLst/>
          </a:prstGeom>
          <a:solidFill>
            <a:srgbClr val="0A2040"/>
          </a:solidFill>
          <a:ln w="3810">
            <a:solidFill>
              <a:srgbClr val="0A20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AC2A62D2-AE01-CAE5-D68F-0EE958F44064}"/>
              </a:ext>
            </a:extLst>
          </p:cNvPr>
          <p:cNvSpPr/>
          <p:nvPr/>
        </p:nvSpPr>
        <p:spPr>
          <a:xfrm>
            <a:off x="914400" y="0"/>
            <a:ext cx="4572" cy="5143500"/>
          </a:xfrm>
          <a:prstGeom prst="rect">
            <a:avLst/>
          </a:prstGeom>
          <a:solidFill>
            <a:srgbClr val="0A2040"/>
          </a:solidFill>
          <a:ln w="3810">
            <a:solidFill>
              <a:srgbClr val="0A20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DA13C12F-B5C3-6984-A83E-513FA0A43474}"/>
              </a:ext>
            </a:extLst>
          </p:cNvPr>
          <p:cNvSpPr/>
          <p:nvPr/>
        </p:nvSpPr>
        <p:spPr>
          <a:xfrm>
            <a:off x="1828800" y="0"/>
            <a:ext cx="4572" cy="5143500"/>
          </a:xfrm>
          <a:prstGeom prst="rect">
            <a:avLst/>
          </a:prstGeom>
          <a:solidFill>
            <a:srgbClr val="0A2040"/>
          </a:solidFill>
          <a:ln w="3810">
            <a:solidFill>
              <a:srgbClr val="0A20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EA732EAD-8955-82E1-7392-6DA8B9AF18FF}"/>
              </a:ext>
            </a:extLst>
          </p:cNvPr>
          <p:cNvSpPr/>
          <p:nvPr/>
        </p:nvSpPr>
        <p:spPr>
          <a:xfrm>
            <a:off x="2743200" y="0"/>
            <a:ext cx="4572" cy="5143500"/>
          </a:xfrm>
          <a:prstGeom prst="rect">
            <a:avLst/>
          </a:prstGeom>
          <a:solidFill>
            <a:srgbClr val="0A2040"/>
          </a:solidFill>
          <a:ln w="3810">
            <a:solidFill>
              <a:srgbClr val="0A20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3AF6379C-2EC1-0714-3B5E-F72974C70E71}"/>
              </a:ext>
            </a:extLst>
          </p:cNvPr>
          <p:cNvSpPr/>
          <p:nvPr/>
        </p:nvSpPr>
        <p:spPr>
          <a:xfrm>
            <a:off x="3657600" y="0"/>
            <a:ext cx="4572" cy="5143500"/>
          </a:xfrm>
          <a:prstGeom prst="rect">
            <a:avLst/>
          </a:prstGeom>
          <a:solidFill>
            <a:srgbClr val="0A2040"/>
          </a:solidFill>
          <a:ln w="3810">
            <a:solidFill>
              <a:srgbClr val="0A20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5955279A-1A98-6BEE-A070-D7D56FA29FCB}"/>
              </a:ext>
            </a:extLst>
          </p:cNvPr>
          <p:cNvSpPr/>
          <p:nvPr/>
        </p:nvSpPr>
        <p:spPr>
          <a:xfrm>
            <a:off x="4572000" y="0"/>
            <a:ext cx="4572" cy="5143500"/>
          </a:xfrm>
          <a:prstGeom prst="rect">
            <a:avLst/>
          </a:prstGeom>
          <a:solidFill>
            <a:srgbClr val="0A2040"/>
          </a:solidFill>
          <a:ln w="3810">
            <a:solidFill>
              <a:srgbClr val="0A20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4D2CABFB-102A-E64F-D7AD-F57F9AB73A98}"/>
              </a:ext>
            </a:extLst>
          </p:cNvPr>
          <p:cNvSpPr/>
          <p:nvPr/>
        </p:nvSpPr>
        <p:spPr>
          <a:xfrm>
            <a:off x="5486400" y="0"/>
            <a:ext cx="4572" cy="5143500"/>
          </a:xfrm>
          <a:prstGeom prst="rect">
            <a:avLst/>
          </a:prstGeom>
          <a:solidFill>
            <a:srgbClr val="0A2040"/>
          </a:solidFill>
          <a:ln w="3810">
            <a:solidFill>
              <a:srgbClr val="0A20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C7A7A970-14F9-CCE8-0D90-6FF3F22137CC}"/>
              </a:ext>
            </a:extLst>
          </p:cNvPr>
          <p:cNvSpPr/>
          <p:nvPr/>
        </p:nvSpPr>
        <p:spPr>
          <a:xfrm>
            <a:off x="6400800" y="0"/>
            <a:ext cx="4572" cy="5143500"/>
          </a:xfrm>
          <a:prstGeom prst="rect">
            <a:avLst/>
          </a:prstGeom>
          <a:solidFill>
            <a:srgbClr val="0A2040"/>
          </a:solidFill>
          <a:ln w="3810">
            <a:solidFill>
              <a:srgbClr val="0A20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89B0FC81-404F-D040-4B16-896E261C3502}"/>
              </a:ext>
            </a:extLst>
          </p:cNvPr>
          <p:cNvSpPr/>
          <p:nvPr/>
        </p:nvSpPr>
        <p:spPr>
          <a:xfrm>
            <a:off x="7315200" y="0"/>
            <a:ext cx="4572" cy="5143500"/>
          </a:xfrm>
          <a:prstGeom prst="rect">
            <a:avLst/>
          </a:prstGeom>
          <a:solidFill>
            <a:srgbClr val="0A2040"/>
          </a:solidFill>
          <a:ln w="3810">
            <a:solidFill>
              <a:srgbClr val="0A20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43BC643C-25CF-65F2-2990-423663CE12AC}"/>
              </a:ext>
            </a:extLst>
          </p:cNvPr>
          <p:cNvSpPr/>
          <p:nvPr/>
        </p:nvSpPr>
        <p:spPr>
          <a:xfrm>
            <a:off x="8229600" y="0"/>
            <a:ext cx="4572" cy="5143500"/>
          </a:xfrm>
          <a:prstGeom prst="rect">
            <a:avLst/>
          </a:prstGeom>
          <a:solidFill>
            <a:srgbClr val="0A2040"/>
          </a:solidFill>
          <a:ln w="3810">
            <a:solidFill>
              <a:srgbClr val="0A20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15245D59-B8F6-6B95-34CE-289F855CA8A7}"/>
              </a:ext>
            </a:extLst>
          </p:cNvPr>
          <p:cNvSpPr/>
          <p:nvPr/>
        </p:nvSpPr>
        <p:spPr>
          <a:xfrm>
            <a:off x="9144000" y="0"/>
            <a:ext cx="4572" cy="5143500"/>
          </a:xfrm>
          <a:prstGeom prst="rect">
            <a:avLst/>
          </a:prstGeom>
          <a:solidFill>
            <a:srgbClr val="0A2040"/>
          </a:solidFill>
          <a:ln w="3810">
            <a:solidFill>
              <a:srgbClr val="0A20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F2BF1375-7E0C-3987-8177-3B38287E5728}"/>
              </a:ext>
            </a:extLst>
          </p:cNvPr>
          <p:cNvSpPr/>
          <p:nvPr/>
        </p:nvSpPr>
        <p:spPr>
          <a:xfrm>
            <a:off x="0" y="0"/>
            <a:ext cx="9144000" cy="4572"/>
          </a:xfrm>
          <a:prstGeom prst="rect">
            <a:avLst/>
          </a:prstGeom>
          <a:solidFill>
            <a:srgbClr val="0A2040"/>
          </a:solidFill>
          <a:ln w="3810">
            <a:solidFill>
              <a:srgbClr val="0A20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3654B908-3708-2AE1-BCA4-58F2F4388FC6}"/>
              </a:ext>
            </a:extLst>
          </p:cNvPr>
          <p:cNvSpPr/>
          <p:nvPr/>
        </p:nvSpPr>
        <p:spPr>
          <a:xfrm>
            <a:off x="0" y="822960"/>
            <a:ext cx="9144000" cy="4572"/>
          </a:xfrm>
          <a:prstGeom prst="rect">
            <a:avLst/>
          </a:prstGeom>
          <a:solidFill>
            <a:srgbClr val="0A2040"/>
          </a:solidFill>
          <a:ln w="3810">
            <a:solidFill>
              <a:srgbClr val="0A20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>
            <a:extLst>
              <a:ext uri="{FF2B5EF4-FFF2-40B4-BE49-F238E27FC236}">
                <a16:creationId xmlns:a16="http://schemas.microsoft.com/office/drawing/2014/main" id="{E5665D8F-CE06-A5DD-6B23-4ACF595D77A6}"/>
              </a:ext>
            </a:extLst>
          </p:cNvPr>
          <p:cNvSpPr/>
          <p:nvPr/>
        </p:nvSpPr>
        <p:spPr>
          <a:xfrm>
            <a:off x="0" y="1645920"/>
            <a:ext cx="9144000" cy="4572"/>
          </a:xfrm>
          <a:prstGeom prst="rect">
            <a:avLst/>
          </a:prstGeom>
          <a:solidFill>
            <a:srgbClr val="0A2040"/>
          </a:solidFill>
          <a:ln w="3810">
            <a:solidFill>
              <a:srgbClr val="0A20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>
            <a:extLst>
              <a:ext uri="{FF2B5EF4-FFF2-40B4-BE49-F238E27FC236}">
                <a16:creationId xmlns:a16="http://schemas.microsoft.com/office/drawing/2014/main" id="{93895A07-6177-9843-5BD5-143AA948B5C4}"/>
              </a:ext>
            </a:extLst>
          </p:cNvPr>
          <p:cNvSpPr/>
          <p:nvPr/>
        </p:nvSpPr>
        <p:spPr>
          <a:xfrm>
            <a:off x="0" y="2468880"/>
            <a:ext cx="9144000" cy="4572"/>
          </a:xfrm>
          <a:prstGeom prst="rect">
            <a:avLst/>
          </a:prstGeom>
          <a:solidFill>
            <a:srgbClr val="0A2040"/>
          </a:solidFill>
          <a:ln w="3810">
            <a:solidFill>
              <a:srgbClr val="0A20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>
            <a:extLst>
              <a:ext uri="{FF2B5EF4-FFF2-40B4-BE49-F238E27FC236}">
                <a16:creationId xmlns:a16="http://schemas.microsoft.com/office/drawing/2014/main" id="{74DC1D5F-E1BD-9D18-58F1-AE9A84A4F88B}"/>
              </a:ext>
            </a:extLst>
          </p:cNvPr>
          <p:cNvSpPr/>
          <p:nvPr/>
        </p:nvSpPr>
        <p:spPr>
          <a:xfrm>
            <a:off x="0" y="3291840"/>
            <a:ext cx="9144000" cy="4572"/>
          </a:xfrm>
          <a:prstGeom prst="rect">
            <a:avLst/>
          </a:prstGeom>
          <a:solidFill>
            <a:srgbClr val="0A2040"/>
          </a:solidFill>
          <a:ln w="3810">
            <a:solidFill>
              <a:srgbClr val="0A20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>
            <a:extLst>
              <a:ext uri="{FF2B5EF4-FFF2-40B4-BE49-F238E27FC236}">
                <a16:creationId xmlns:a16="http://schemas.microsoft.com/office/drawing/2014/main" id="{36D79921-9C02-55E1-89A9-DDEAF84477E9}"/>
              </a:ext>
            </a:extLst>
          </p:cNvPr>
          <p:cNvSpPr/>
          <p:nvPr/>
        </p:nvSpPr>
        <p:spPr>
          <a:xfrm>
            <a:off x="0" y="4114800"/>
            <a:ext cx="9144000" cy="4572"/>
          </a:xfrm>
          <a:prstGeom prst="rect">
            <a:avLst/>
          </a:prstGeom>
          <a:solidFill>
            <a:srgbClr val="0A2040"/>
          </a:solidFill>
          <a:ln w="3810">
            <a:solidFill>
              <a:srgbClr val="0A20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>
            <a:extLst>
              <a:ext uri="{FF2B5EF4-FFF2-40B4-BE49-F238E27FC236}">
                <a16:creationId xmlns:a16="http://schemas.microsoft.com/office/drawing/2014/main" id="{D4CE1305-08E8-2FE7-F377-9EB22521D54F}"/>
              </a:ext>
            </a:extLst>
          </p:cNvPr>
          <p:cNvSpPr/>
          <p:nvPr/>
        </p:nvSpPr>
        <p:spPr>
          <a:xfrm>
            <a:off x="0" y="4937760"/>
            <a:ext cx="9144000" cy="4572"/>
          </a:xfrm>
          <a:prstGeom prst="rect">
            <a:avLst/>
          </a:prstGeom>
          <a:solidFill>
            <a:srgbClr val="0A2040"/>
          </a:solidFill>
          <a:ln w="3810">
            <a:solidFill>
              <a:srgbClr val="0A20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>
            <a:extLst>
              <a:ext uri="{FF2B5EF4-FFF2-40B4-BE49-F238E27FC236}">
                <a16:creationId xmlns:a16="http://schemas.microsoft.com/office/drawing/2014/main" id="{9744F6AB-C0BF-8038-3AF4-6F2D61780FA2}"/>
              </a:ext>
            </a:extLst>
          </p:cNvPr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1" name="Shape 19">
            <a:extLst>
              <a:ext uri="{FF2B5EF4-FFF2-40B4-BE49-F238E27FC236}">
                <a16:creationId xmlns:a16="http://schemas.microsoft.com/office/drawing/2014/main" id="{F38D83CC-C0FF-599C-D319-F1211503646E}"/>
              </a:ext>
            </a:extLst>
          </p:cNvPr>
          <p:cNvSpPr/>
          <p:nvPr/>
        </p:nvSpPr>
        <p:spPr>
          <a:xfrm>
            <a:off x="0" y="5093208"/>
            <a:ext cx="9144000" cy="50292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2" name="Shape 20">
            <a:extLst>
              <a:ext uri="{FF2B5EF4-FFF2-40B4-BE49-F238E27FC236}">
                <a16:creationId xmlns:a16="http://schemas.microsoft.com/office/drawing/2014/main" id="{A94EAEAB-6334-4197-AAF5-97DBA4CD7236}"/>
              </a:ext>
            </a:extLst>
          </p:cNvPr>
          <p:cNvSpPr/>
          <p:nvPr/>
        </p:nvSpPr>
        <p:spPr>
          <a:xfrm>
            <a:off x="73152" y="64008"/>
            <a:ext cx="274320" cy="36576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3" name="Shape 21">
            <a:extLst>
              <a:ext uri="{FF2B5EF4-FFF2-40B4-BE49-F238E27FC236}">
                <a16:creationId xmlns:a16="http://schemas.microsoft.com/office/drawing/2014/main" id="{CF48CDD5-B510-C3A9-8379-8B4BDDE32FE3}"/>
              </a:ext>
            </a:extLst>
          </p:cNvPr>
          <p:cNvSpPr/>
          <p:nvPr/>
        </p:nvSpPr>
        <p:spPr>
          <a:xfrm>
            <a:off x="73152" y="64008"/>
            <a:ext cx="36576" cy="22860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4" name="Shape 22">
            <a:extLst>
              <a:ext uri="{FF2B5EF4-FFF2-40B4-BE49-F238E27FC236}">
                <a16:creationId xmlns:a16="http://schemas.microsoft.com/office/drawing/2014/main" id="{08CF801C-145D-F451-7CEF-91859F146F63}"/>
              </a:ext>
            </a:extLst>
          </p:cNvPr>
          <p:cNvSpPr/>
          <p:nvPr/>
        </p:nvSpPr>
        <p:spPr>
          <a:xfrm>
            <a:off x="8796528" y="64008"/>
            <a:ext cx="274320" cy="36576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5" name="Shape 23">
            <a:extLst>
              <a:ext uri="{FF2B5EF4-FFF2-40B4-BE49-F238E27FC236}">
                <a16:creationId xmlns:a16="http://schemas.microsoft.com/office/drawing/2014/main" id="{35D0732C-4506-8103-A2E4-A63BFD6D0BD0}"/>
              </a:ext>
            </a:extLst>
          </p:cNvPr>
          <p:cNvSpPr/>
          <p:nvPr/>
        </p:nvSpPr>
        <p:spPr>
          <a:xfrm>
            <a:off x="9034272" y="64008"/>
            <a:ext cx="36576" cy="22860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6" name="Shape 24">
            <a:extLst>
              <a:ext uri="{FF2B5EF4-FFF2-40B4-BE49-F238E27FC236}">
                <a16:creationId xmlns:a16="http://schemas.microsoft.com/office/drawing/2014/main" id="{E7B1506A-9A2C-98B1-B6D5-1960E824E838}"/>
              </a:ext>
            </a:extLst>
          </p:cNvPr>
          <p:cNvSpPr/>
          <p:nvPr/>
        </p:nvSpPr>
        <p:spPr>
          <a:xfrm>
            <a:off x="73152" y="5042916"/>
            <a:ext cx="274320" cy="36576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7" name="Shape 25">
            <a:extLst>
              <a:ext uri="{FF2B5EF4-FFF2-40B4-BE49-F238E27FC236}">
                <a16:creationId xmlns:a16="http://schemas.microsoft.com/office/drawing/2014/main" id="{2288557C-892D-9156-2407-A079ED7164FA}"/>
              </a:ext>
            </a:extLst>
          </p:cNvPr>
          <p:cNvSpPr/>
          <p:nvPr/>
        </p:nvSpPr>
        <p:spPr>
          <a:xfrm>
            <a:off x="73152" y="4850892"/>
            <a:ext cx="36576" cy="22860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8" name="Shape 26">
            <a:extLst>
              <a:ext uri="{FF2B5EF4-FFF2-40B4-BE49-F238E27FC236}">
                <a16:creationId xmlns:a16="http://schemas.microsoft.com/office/drawing/2014/main" id="{29DF6BDA-6E61-5EAB-E74F-39B784A53427}"/>
              </a:ext>
            </a:extLst>
          </p:cNvPr>
          <p:cNvSpPr/>
          <p:nvPr/>
        </p:nvSpPr>
        <p:spPr>
          <a:xfrm>
            <a:off x="8796528" y="5042916"/>
            <a:ext cx="274320" cy="36576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9" name="Shape 27">
            <a:extLst>
              <a:ext uri="{FF2B5EF4-FFF2-40B4-BE49-F238E27FC236}">
                <a16:creationId xmlns:a16="http://schemas.microsoft.com/office/drawing/2014/main" id="{2E3B137D-2554-D0A7-0C56-EE87913EFBCB}"/>
              </a:ext>
            </a:extLst>
          </p:cNvPr>
          <p:cNvSpPr/>
          <p:nvPr/>
        </p:nvSpPr>
        <p:spPr>
          <a:xfrm>
            <a:off x="9034272" y="4850892"/>
            <a:ext cx="36576" cy="22860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30" name="Shape 28">
            <a:extLst>
              <a:ext uri="{FF2B5EF4-FFF2-40B4-BE49-F238E27FC236}">
                <a16:creationId xmlns:a16="http://schemas.microsoft.com/office/drawing/2014/main" id="{B793D2A9-2034-6721-3D5E-5FBF6F520BD1}"/>
              </a:ext>
            </a:extLst>
          </p:cNvPr>
          <p:cNvSpPr/>
          <p:nvPr/>
        </p:nvSpPr>
        <p:spPr>
          <a:xfrm>
            <a:off x="182880" y="109728"/>
            <a:ext cx="960120" cy="475488"/>
          </a:xfrm>
          <a:prstGeom prst="ellipse">
            <a:avLst/>
          </a:prstGeom>
          <a:solidFill>
            <a:srgbClr val="1C0E00"/>
          </a:solidFill>
          <a:ln w="17780">
            <a:solidFill>
              <a:srgbClr val="FF9500"/>
            </a:solidFill>
            <a:prstDash val="soli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31" name="Text 29">
            <a:extLst>
              <a:ext uri="{FF2B5EF4-FFF2-40B4-BE49-F238E27FC236}">
                <a16:creationId xmlns:a16="http://schemas.microsoft.com/office/drawing/2014/main" id="{5617BEF5-343D-F183-BA11-36461080E016}"/>
              </a:ext>
            </a:extLst>
          </p:cNvPr>
          <p:cNvSpPr/>
          <p:nvPr/>
        </p:nvSpPr>
        <p:spPr>
          <a:xfrm>
            <a:off x="182880" y="109728"/>
            <a:ext cx="960120" cy="475488"/>
          </a:xfrm>
          <a:prstGeom prst="rect">
            <a:avLst/>
          </a:prstGeom>
          <a:noFill/>
          <a:ln/>
          <a:effectLst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95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POWER</a:t>
            </a:r>
            <a:endParaRPr lang="en-US" sz="800" dirty="0"/>
          </a:p>
          <a:p>
            <a:pPr marL="0" indent="0" algn="ctr">
              <a:buNone/>
            </a:pPr>
            <a:r>
              <a:rPr lang="en-US" sz="800" b="1" dirty="0">
                <a:solidFill>
                  <a:srgbClr val="FF95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</a:t>
            </a:r>
            <a:endParaRPr lang="en-US" sz="800" dirty="0"/>
          </a:p>
        </p:txBody>
      </p:sp>
      <p:sp>
        <p:nvSpPr>
          <p:cNvPr id="39" name="Text 37">
            <a:extLst>
              <a:ext uri="{FF2B5EF4-FFF2-40B4-BE49-F238E27FC236}">
                <a16:creationId xmlns:a16="http://schemas.microsoft.com/office/drawing/2014/main" id="{C2C846B4-EB61-06B9-91CC-11D126AC01B6}"/>
              </a:ext>
            </a:extLst>
          </p:cNvPr>
          <p:cNvSpPr/>
          <p:nvPr/>
        </p:nvSpPr>
        <p:spPr>
          <a:xfrm>
            <a:off x="256032" y="786384"/>
            <a:ext cx="2011680" cy="256032"/>
          </a:xfrm>
          <a:prstGeom prst="rect">
            <a:avLst/>
          </a:prstGeom>
          <a:noFill/>
          <a:ln/>
          <a:effectLst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b="1" kern="0" spc="300" dirty="0">
                <a:solidFill>
                  <a:srgbClr val="6688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TOP MODULE</a:t>
            </a:r>
            <a:endParaRPr lang="en-US" sz="750" dirty="0"/>
          </a:p>
        </p:txBody>
      </p:sp>
      <p:sp>
        <p:nvSpPr>
          <p:cNvPr id="40" name="Shape 38">
            <a:extLst>
              <a:ext uri="{FF2B5EF4-FFF2-40B4-BE49-F238E27FC236}">
                <a16:creationId xmlns:a16="http://schemas.microsoft.com/office/drawing/2014/main" id="{2BA260F0-E76A-0E0A-FDDA-AFE20411577D}"/>
              </a:ext>
            </a:extLst>
          </p:cNvPr>
          <p:cNvSpPr/>
          <p:nvPr/>
        </p:nvSpPr>
        <p:spPr>
          <a:xfrm>
            <a:off x="411480" y="896112"/>
            <a:ext cx="1783080" cy="804672"/>
          </a:xfrm>
          <a:prstGeom prst="rect">
            <a:avLst/>
          </a:prstGeom>
          <a:solidFill>
            <a:srgbClr val="0B2850"/>
          </a:solidFill>
          <a:ln w="15240">
            <a:solidFill>
              <a:srgbClr val="2B7AE0"/>
            </a:solidFill>
            <a:prstDash val="soli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41" name="Text 39">
            <a:extLst>
              <a:ext uri="{FF2B5EF4-FFF2-40B4-BE49-F238E27FC236}">
                <a16:creationId xmlns:a16="http://schemas.microsoft.com/office/drawing/2014/main" id="{4EC53944-AD78-4D2E-EFA7-B4634CAAF6AD}"/>
              </a:ext>
            </a:extLst>
          </p:cNvPr>
          <p:cNvSpPr/>
          <p:nvPr/>
        </p:nvSpPr>
        <p:spPr>
          <a:xfrm>
            <a:off x="411480" y="896112"/>
            <a:ext cx="1783080" cy="450616"/>
          </a:xfrm>
          <a:prstGeom prst="rect">
            <a:avLst/>
          </a:prstGeom>
          <a:noFill/>
          <a:ln/>
          <a:effectLst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BOOT FSM</a:t>
            </a:r>
            <a:endParaRPr lang="en-US" sz="900" dirty="0"/>
          </a:p>
        </p:txBody>
      </p:sp>
      <p:sp>
        <p:nvSpPr>
          <p:cNvPr id="42" name="Text 40">
            <a:extLst>
              <a:ext uri="{FF2B5EF4-FFF2-40B4-BE49-F238E27FC236}">
                <a16:creationId xmlns:a16="http://schemas.microsoft.com/office/drawing/2014/main" id="{784C2D29-1D01-1B86-C461-E74F50F099BC}"/>
              </a:ext>
            </a:extLst>
          </p:cNvPr>
          <p:cNvSpPr/>
          <p:nvPr/>
        </p:nvSpPr>
        <p:spPr>
          <a:xfrm>
            <a:off x="411480" y="1314541"/>
            <a:ext cx="1783080" cy="386243"/>
          </a:xfrm>
          <a:prstGeom prst="rect">
            <a:avLst/>
          </a:prstGeom>
          <a:noFill/>
          <a:ln/>
          <a:effectLst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00" i="1" dirty="0">
                <a:solidFill>
                  <a:srgbClr val="6688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Controller</a:t>
            </a:r>
            <a:endParaRPr lang="en-US" sz="700" dirty="0"/>
          </a:p>
        </p:txBody>
      </p:sp>
      <p:sp>
        <p:nvSpPr>
          <p:cNvPr id="43" name="Shape 41">
            <a:extLst>
              <a:ext uri="{FF2B5EF4-FFF2-40B4-BE49-F238E27FC236}">
                <a16:creationId xmlns:a16="http://schemas.microsoft.com/office/drawing/2014/main" id="{4C2C34BB-99BD-CF0D-5915-CB2AA4F2738B}"/>
              </a:ext>
            </a:extLst>
          </p:cNvPr>
          <p:cNvSpPr/>
          <p:nvPr/>
        </p:nvSpPr>
        <p:spPr>
          <a:xfrm>
            <a:off x="3291840" y="1481328"/>
            <a:ext cx="2560320" cy="1115568"/>
          </a:xfrm>
          <a:prstGeom prst="ellipse">
            <a:avLst/>
          </a:prstGeom>
          <a:solidFill>
            <a:srgbClr val="200840"/>
          </a:solidFill>
          <a:ln w="19050">
            <a:solidFill>
              <a:srgbClr val="8844EE"/>
            </a:solidFill>
            <a:prstDash val="solid"/>
          </a:ln>
          <a:effectLst>
            <a:glow rad="101600">
              <a:srgbClr val="AA66FF">
                <a:alpha val="50000"/>
              </a:srgbClr>
            </a:glow>
          </a:effectLst>
        </p:spPr>
        <p:txBody>
          <a:bodyPr/>
          <a:lstStyle/>
          <a:p>
            <a:endParaRPr lang="en-US"/>
          </a:p>
        </p:txBody>
      </p:sp>
      <p:sp>
        <p:nvSpPr>
          <p:cNvPr id="44" name="Text 42">
            <a:extLst>
              <a:ext uri="{FF2B5EF4-FFF2-40B4-BE49-F238E27FC236}">
                <a16:creationId xmlns:a16="http://schemas.microsoft.com/office/drawing/2014/main" id="{50454F2F-9729-1956-EB45-787465C26C83}"/>
              </a:ext>
            </a:extLst>
          </p:cNvPr>
          <p:cNvSpPr/>
          <p:nvPr/>
        </p:nvSpPr>
        <p:spPr>
          <a:xfrm>
            <a:off x="3291840" y="1481328"/>
            <a:ext cx="2560320" cy="11155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900" b="1" dirty="0">
                <a:solidFill>
                  <a:schemeClr val="accent4">
                    <a:lumMod val="20000"/>
                    <a:lumOff val="80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AUTH ENGINE</a:t>
            </a:r>
            <a:endParaRPr lang="en-US" sz="900" dirty="0">
              <a:solidFill>
                <a:schemeClr val="accent4">
                  <a:lumMod val="20000"/>
                  <a:lumOff val="80000"/>
                </a:schemeClr>
              </a:solidFill>
            </a:endParaRPr>
          </a:p>
          <a:p>
            <a:pPr algn="ctr"/>
            <a:r>
              <a:rPr lang="en-US" sz="900" b="1" dirty="0">
                <a:solidFill>
                  <a:schemeClr val="accent4">
                    <a:lumMod val="20000"/>
                    <a:lumOff val="80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[STARTED]</a:t>
            </a:r>
            <a:endParaRPr lang="en-US" sz="900" dirty="0">
              <a:solidFill>
                <a:schemeClr val="accent4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45" name="Shape 43">
            <a:extLst>
              <a:ext uri="{FF2B5EF4-FFF2-40B4-BE49-F238E27FC236}">
                <a16:creationId xmlns:a16="http://schemas.microsoft.com/office/drawing/2014/main" id="{FFC55DF4-4D0B-8918-9995-CAEC05CB9EEA}"/>
              </a:ext>
            </a:extLst>
          </p:cNvPr>
          <p:cNvSpPr/>
          <p:nvPr/>
        </p:nvSpPr>
        <p:spPr>
          <a:xfrm>
            <a:off x="411480" y="2834640"/>
            <a:ext cx="1783080" cy="804672"/>
          </a:xfrm>
          <a:prstGeom prst="rect">
            <a:avLst/>
          </a:prstGeom>
          <a:solidFill>
            <a:srgbClr val="012018"/>
          </a:solidFill>
          <a:ln w="15240">
            <a:solidFill>
              <a:srgbClr val="00B860"/>
            </a:solidFill>
            <a:prstDash val="soli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46" name="Text 44">
            <a:extLst>
              <a:ext uri="{FF2B5EF4-FFF2-40B4-BE49-F238E27FC236}">
                <a16:creationId xmlns:a16="http://schemas.microsoft.com/office/drawing/2014/main" id="{6652A394-63E1-6B33-4941-33F6271066A0}"/>
              </a:ext>
            </a:extLst>
          </p:cNvPr>
          <p:cNvSpPr/>
          <p:nvPr/>
        </p:nvSpPr>
        <p:spPr>
          <a:xfrm>
            <a:off x="411480" y="2834640"/>
            <a:ext cx="1783080" cy="450616"/>
          </a:xfrm>
          <a:prstGeom prst="rect">
            <a:avLst/>
          </a:prstGeom>
          <a:noFill/>
          <a:ln/>
          <a:effectLst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POLICY</a:t>
            </a:r>
            <a:endParaRPr lang="en-US" sz="900" dirty="0"/>
          </a:p>
        </p:txBody>
      </p:sp>
      <p:sp>
        <p:nvSpPr>
          <p:cNvPr id="47" name="Text 45">
            <a:extLst>
              <a:ext uri="{FF2B5EF4-FFF2-40B4-BE49-F238E27FC236}">
                <a16:creationId xmlns:a16="http://schemas.microsoft.com/office/drawing/2014/main" id="{4CFCAC83-D57C-CDA9-B539-45E527AEE342}"/>
              </a:ext>
            </a:extLst>
          </p:cNvPr>
          <p:cNvSpPr/>
          <p:nvPr/>
        </p:nvSpPr>
        <p:spPr>
          <a:xfrm>
            <a:off x="411480" y="3253069"/>
            <a:ext cx="1783080" cy="386243"/>
          </a:xfrm>
          <a:prstGeom prst="rect">
            <a:avLst/>
          </a:prstGeom>
          <a:noFill/>
          <a:ln/>
          <a:effectLst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00" i="1" dirty="0">
                <a:solidFill>
                  <a:srgbClr val="6688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Engine</a:t>
            </a:r>
            <a:endParaRPr lang="en-US" sz="700" dirty="0"/>
          </a:p>
        </p:txBody>
      </p:sp>
      <p:sp>
        <p:nvSpPr>
          <p:cNvPr id="48" name="Shape 46">
            <a:extLst>
              <a:ext uri="{FF2B5EF4-FFF2-40B4-BE49-F238E27FC236}">
                <a16:creationId xmlns:a16="http://schemas.microsoft.com/office/drawing/2014/main" id="{E9C02A11-DAA6-B550-13E0-5DA66219507C}"/>
              </a:ext>
            </a:extLst>
          </p:cNvPr>
          <p:cNvSpPr/>
          <p:nvPr/>
        </p:nvSpPr>
        <p:spPr>
          <a:xfrm>
            <a:off x="3529584" y="2896088"/>
            <a:ext cx="1975104" cy="804672"/>
          </a:xfrm>
          <a:prstGeom prst="rect">
            <a:avLst/>
          </a:prstGeom>
          <a:solidFill>
            <a:srgbClr val="251000"/>
          </a:solidFill>
          <a:ln w="15240">
            <a:solidFill>
              <a:srgbClr val="CC6600"/>
            </a:solidFill>
            <a:prstDash val="soli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49" name="Text 47">
            <a:extLst>
              <a:ext uri="{FF2B5EF4-FFF2-40B4-BE49-F238E27FC236}">
                <a16:creationId xmlns:a16="http://schemas.microsoft.com/office/drawing/2014/main" id="{763C8D89-5C86-AA6A-2C6C-555B721A07E3}"/>
              </a:ext>
            </a:extLst>
          </p:cNvPr>
          <p:cNvSpPr/>
          <p:nvPr/>
        </p:nvSpPr>
        <p:spPr>
          <a:xfrm>
            <a:off x="3529584" y="2896088"/>
            <a:ext cx="1975104" cy="450616"/>
          </a:xfrm>
          <a:prstGeom prst="rect">
            <a:avLst/>
          </a:prstGeom>
          <a:noFill/>
          <a:ln/>
          <a:effectLst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RETRY</a:t>
            </a:r>
            <a:endParaRPr lang="en-US" sz="900" dirty="0"/>
          </a:p>
        </p:txBody>
      </p:sp>
      <p:sp>
        <p:nvSpPr>
          <p:cNvPr id="50" name="Text 48">
            <a:extLst>
              <a:ext uri="{FF2B5EF4-FFF2-40B4-BE49-F238E27FC236}">
                <a16:creationId xmlns:a16="http://schemas.microsoft.com/office/drawing/2014/main" id="{017E0967-AD73-2222-037D-A2D4B4450A47}"/>
              </a:ext>
            </a:extLst>
          </p:cNvPr>
          <p:cNvSpPr/>
          <p:nvPr/>
        </p:nvSpPr>
        <p:spPr>
          <a:xfrm>
            <a:off x="3529584" y="3355157"/>
            <a:ext cx="1975104" cy="386243"/>
          </a:xfrm>
          <a:prstGeom prst="rect">
            <a:avLst/>
          </a:prstGeom>
          <a:noFill/>
          <a:ln/>
          <a:effectLst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00" i="1" dirty="0">
                <a:solidFill>
                  <a:srgbClr val="6688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Counter</a:t>
            </a:r>
            <a:endParaRPr lang="en-US" sz="700" dirty="0"/>
          </a:p>
        </p:txBody>
      </p:sp>
      <p:sp>
        <p:nvSpPr>
          <p:cNvPr id="51" name="Shape 49">
            <a:extLst>
              <a:ext uri="{FF2B5EF4-FFF2-40B4-BE49-F238E27FC236}">
                <a16:creationId xmlns:a16="http://schemas.microsoft.com/office/drawing/2014/main" id="{59EFD8BC-73FD-EA52-054C-E29000364FFC}"/>
              </a:ext>
            </a:extLst>
          </p:cNvPr>
          <p:cNvSpPr/>
          <p:nvPr/>
        </p:nvSpPr>
        <p:spPr>
          <a:xfrm>
            <a:off x="6748272" y="2834640"/>
            <a:ext cx="1828800" cy="804672"/>
          </a:xfrm>
          <a:prstGeom prst="rect">
            <a:avLst/>
          </a:prstGeom>
          <a:solidFill>
            <a:srgbClr val="250000"/>
          </a:solidFill>
          <a:ln w="15240">
            <a:solidFill>
              <a:srgbClr val="CC1122"/>
            </a:solidFill>
            <a:prstDash val="soli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52" name="Text 50">
            <a:extLst>
              <a:ext uri="{FF2B5EF4-FFF2-40B4-BE49-F238E27FC236}">
                <a16:creationId xmlns:a16="http://schemas.microsoft.com/office/drawing/2014/main" id="{F0F27F0A-A9E5-DFC6-0D01-1F2375978203}"/>
              </a:ext>
            </a:extLst>
          </p:cNvPr>
          <p:cNvSpPr/>
          <p:nvPr/>
        </p:nvSpPr>
        <p:spPr>
          <a:xfrm>
            <a:off x="6748272" y="2834640"/>
            <a:ext cx="1828800" cy="450616"/>
          </a:xfrm>
          <a:prstGeom prst="rect">
            <a:avLst/>
          </a:prstGeom>
          <a:noFill/>
          <a:ln/>
          <a:effectLst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LOCKDOWN</a:t>
            </a:r>
            <a:endParaRPr lang="en-US" sz="900" dirty="0"/>
          </a:p>
        </p:txBody>
      </p:sp>
      <p:sp>
        <p:nvSpPr>
          <p:cNvPr id="53" name="Text 51">
            <a:extLst>
              <a:ext uri="{FF2B5EF4-FFF2-40B4-BE49-F238E27FC236}">
                <a16:creationId xmlns:a16="http://schemas.microsoft.com/office/drawing/2014/main" id="{839E97AE-44A0-D3D6-001E-997F7545A9C8}"/>
              </a:ext>
            </a:extLst>
          </p:cNvPr>
          <p:cNvSpPr/>
          <p:nvPr/>
        </p:nvSpPr>
        <p:spPr>
          <a:xfrm>
            <a:off x="6748272" y="3253069"/>
            <a:ext cx="1828800" cy="386243"/>
          </a:xfrm>
          <a:prstGeom prst="rect">
            <a:avLst/>
          </a:prstGeom>
          <a:noFill/>
          <a:ln/>
          <a:effectLst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00" i="1" dirty="0">
                <a:solidFill>
                  <a:srgbClr val="6688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Control</a:t>
            </a:r>
            <a:endParaRPr lang="en-US" sz="700" dirty="0"/>
          </a:p>
        </p:txBody>
      </p:sp>
      <p:sp>
        <p:nvSpPr>
          <p:cNvPr id="54" name="Shape 52">
            <a:extLst>
              <a:ext uri="{FF2B5EF4-FFF2-40B4-BE49-F238E27FC236}">
                <a16:creationId xmlns:a16="http://schemas.microsoft.com/office/drawing/2014/main" id="{B3DBBBDA-0F95-E91B-17D1-0564DA9EAE37}"/>
              </a:ext>
            </a:extLst>
          </p:cNvPr>
          <p:cNvSpPr/>
          <p:nvPr/>
        </p:nvSpPr>
        <p:spPr>
          <a:xfrm>
            <a:off x="2194560" y="4206240"/>
            <a:ext cx="4754880" cy="548640"/>
          </a:xfrm>
          <a:prstGeom prst="rect">
            <a:avLst/>
          </a:prstGeom>
          <a:solidFill>
            <a:srgbClr val="001E0E">
              <a:alpha val="90000"/>
            </a:srgbClr>
          </a:solidFill>
          <a:ln w="17780">
            <a:solidFill>
              <a:srgbClr val="00CC66"/>
            </a:solidFill>
            <a:prstDash val="soli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55" name="Text 53">
            <a:extLst>
              <a:ext uri="{FF2B5EF4-FFF2-40B4-BE49-F238E27FC236}">
                <a16:creationId xmlns:a16="http://schemas.microsoft.com/office/drawing/2014/main" id="{36C37C85-EEEE-70FB-B1FB-F2A338E16F1F}"/>
              </a:ext>
            </a:extLst>
          </p:cNvPr>
          <p:cNvSpPr/>
          <p:nvPr/>
        </p:nvSpPr>
        <p:spPr>
          <a:xfrm>
            <a:off x="2194560" y="4206240"/>
            <a:ext cx="4754880" cy="548640"/>
          </a:xfrm>
          <a:prstGeom prst="rect">
            <a:avLst/>
          </a:prstGeom>
          <a:noFill/>
          <a:ln/>
          <a:effectLst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CC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DEVICE TO BE AUTHENTICATED</a:t>
            </a:r>
            <a:endParaRPr lang="en-US" sz="1000" dirty="0"/>
          </a:p>
        </p:txBody>
      </p:sp>
      <p:sp>
        <p:nvSpPr>
          <p:cNvPr id="56" name="Shape 54">
            <a:extLst>
              <a:ext uri="{FF2B5EF4-FFF2-40B4-BE49-F238E27FC236}">
                <a16:creationId xmlns:a16="http://schemas.microsoft.com/office/drawing/2014/main" id="{C4E7D1A6-1681-0765-6C6E-8A007ED54C12}"/>
              </a:ext>
            </a:extLst>
          </p:cNvPr>
          <p:cNvSpPr/>
          <p:nvPr/>
        </p:nvSpPr>
        <p:spPr>
          <a:xfrm>
            <a:off x="7150608" y="91440"/>
            <a:ext cx="1883664" cy="365760"/>
          </a:xfrm>
          <a:prstGeom prst="rect">
            <a:avLst/>
          </a:prstGeom>
          <a:solidFill>
            <a:srgbClr val="071830"/>
          </a:solidFill>
          <a:ln w="12700">
            <a:solidFill>
              <a:srgbClr val="00D4FF"/>
            </a:solidFill>
            <a:prstDash val="solid"/>
          </a:ln>
          <a:effectLst/>
        </p:spPr>
        <p:txBody>
          <a:bodyPr/>
          <a:lstStyle/>
          <a:p>
            <a:endParaRPr lang="en-US" dirty="0"/>
          </a:p>
        </p:txBody>
      </p:sp>
      <p:sp>
        <p:nvSpPr>
          <p:cNvPr id="57" name="Text 55">
            <a:extLst>
              <a:ext uri="{FF2B5EF4-FFF2-40B4-BE49-F238E27FC236}">
                <a16:creationId xmlns:a16="http://schemas.microsoft.com/office/drawing/2014/main" id="{789B335B-1BDC-0DC7-6E9A-6A34E36B97D0}"/>
              </a:ext>
            </a:extLst>
          </p:cNvPr>
          <p:cNvSpPr/>
          <p:nvPr/>
        </p:nvSpPr>
        <p:spPr>
          <a:xfrm>
            <a:off x="7150608" y="91440"/>
            <a:ext cx="1883664" cy="365760"/>
          </a:xfrm>
          <a:prstGeom prst="rect">
            <a:avLst/>
          </a:prstGeom>
          <a:noFill/>
          <a:ln/>
          <a:effectLst/>
        </p:spPr>
        <p:txBody>
          <a:bodyPr wrap="square" rtlCol="0" anchor="ctr"/>
          <a:lstStyle/>
          <a:p>
            <a:pPr algn="ctr"/>
            <a:r>
              <a:rPr lang="en-US" sz="700" b="1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06· AUTH ENGINE STARTED</a:t>
            </a:r>
            <a:endParaRPr lang="en-US" sz="700" dirty="0"/>
          </a:p>
        </p:txBody>
      </p:sp>
      <p:sp>
        <p:nvSpPr>
          <p:cNvPr id="58" name="Shape 56">
            <a:extLst>
              <a:ext uri="{FF2B5EF4-FFF2-40B4-BE49-F238E27FC236}">
                <a16:creationId xmlns:a16="http://schemas.microsoft.com/office/drawing/2014/main" id="{156964FD-37CD-0389-BF4E-61C799FBCA69}"/>
              </a:ext>
            </a:extLst>
          </p:cNvPr>
          <p:cNvSpPr/>
          <p:nvPr/>
        </p:nvSpPr>
        <p:spPr>
          <a:xfrm>
            <a:off x="109728" y="4710216"/>
            <a:ext cx="1767078" cy="347472"/>
          </a:xfrm>
          <a:prstGeom prst="rect">
            <a:avLst/>
          </a:prstGeom>
          <a:solidFill>
            <a:srgbClr val="071830"/>
          </a:solidFill>
          <a:ln w="10160">
            <a:solidFill>
              <a:srgbClr val="00D4FF"/>
            </a:solidFill>
            <a:prstDash val="soli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59" name="Text 57">
            <a:extLst>
              <a:ext uri="{FF2B5EF4-FFF2-40B4-BE49-F238E27FC236}">
                <a16:creationId xmlns:a16="http://schemas.microsoft.com/office/drawing/2014/main" id="{9EACCC1F-0F68-7311-4EAA-6AF17A186D1F}"/>
              </a:ext>
            </a:extLst>
          </p:cNvPr>
          <p:cNvSpPr/>
          <p:nvPr/>
        </p:nvSpPr>
        <p:spPr>
          <a:xfrm>
            <a:off x="155448" y="4680498"/>
            <a:ext cx="1746370" cy="347472"/>
          </a:xfrm>
          <a:prstGeom prst="rect">
            <a:avLst/>
          </a:prstGeom>
          <a:noFill/>
          <a:ln/>
          <a:effectLst/>
        </p:spPr>
        <p:txBody>
          <a:bodyPr wrap="square" lIns="0" tIns="7620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Auth Engine Started</a:t>
            </a:r>
            <a:endParaRPr lang="en-US" sz="800" dirty="0"/>
          </a:p>
        </p:txBody>
      </p:sp>
      <p:sp>
        <p:nvSpPr>
          <p:cNvPr id="38" name="Shape 54">
            <a:extLst>
              <a:ext uri="{FF2B5EF4-FFF2-40B4-BE49-F238E27FC236}">
                <a16:creationId xmlns:a16="http://schemas.microsoft.com/office/drawing/2014/main" id="{EAEE2166-E280-8C5C-B54C-0C2EC1974EE7}"/>
              </a:ext>
            </a:extLst>
          </p:cNvPr>
          <p:cNvSpPr/>
          <p:nvPr/>
        </p:nvSpPr>
        <p:spPr>
          <a:xfrm>
            <a:off x="662940" y="585216"/>
            <a:ext cx="0" cy="281087"/>
          </a:xfrm>
          <a:prstGeom prst="line">
            <a:avLst/>
          </a:prstGeom>
          <a:noFill/>
          <a:ln w="22860">
            <a:solidFill>
              <a:srgbClr val="FF9500">
                <a:alpha val="95000"/>
              </a:srgbClr>
            </a:solidFill>
            <a:prstDash val="solid"/>
            <a:tailEnd type="triangle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60" name="Text 55">
            <a:extLst>
              <a:ext uri="{FF2B5EF4-FFF2-40B4-BE49-F238E27FC236}">
                <a16:creationId xmlns:a16="http://schemas.microsoft.com/office/drawing/2014/main" id="{E283DE19-0304-DA32-2824-47A0BEAFD5A7}"/>
              </a:ext>
            </a:extLst>
          </p:cNvPr>
          <p:cNvSpPr/>
          <p:nvPr/>
        </p:nvSpPr>
        <p:spPr>
          <a:xfrm>
            <a:off x="961898" y="585216"/>
            <a:ext cx="1005840" cy="228600"/>
          </a:xfrm>
          <a:prstGeom prst="rect">
            <a:avLst/>
          </a:prstGeom>
          <a:solidFill>
            <a:srgbClr val="041020"/>
          </a:solidFill>
          <a:ln w="8890">
            <a:solidFill>
              <a:srgbClr val="FF9500"/>
            </a:solidFill>
          </a:ln>
          <a:effectLst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95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Boot request</a:t>
            </a:r>
            <a:endParaRPr lang="en-US" sz="750" dirty="0"/>
          </a:p>
        </p:txBody>
      </p:sp>
      <p:sp>
        <p:nvSpPr>
          <p:cNvPr id="61" name="Shape 56">
            <a:extLst>
              <a:ext uri="{FF2B5EF4-FFF2-40B4-BE49-F238E27FC236}">
                <a16:creationId xmlns:a16="http://schemas.microsoft.com/office/drawing/2014/main" id="{A96723BB-FFB4-914C-F1D0-622C7447B081}"/>
              </a:ext>
            </a:extLst>
          </p:cNvPr>
          <p:cNvSpPr/>
          <p:nvPr/>
        </p:nvSpPr>
        <p:spPr>
          <a:xfrm>
            <a:off x="2194560" y="1298448"/>
            <a:ext cx="1120140" cy="505480"/>
          </a:xfrm>
          <a:prstGeom prst="line">
            <a:avLst/>
          </a:prstGeom>
          <a:noFill/>
          <a:ln w="22860">
            <a:solidFill>
              <a:srgbClr val="00D4FF">
                <a:alpha val="95000"/>
              </a:srgbClr>
            </a:solidFill>
            <a:prstDash val="solid"/>
            <a:tailEnd type="triangle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64" name="Text 57">
            <a:extLst>
              <a:ext uri="{FF2B5EF4-FFF2-40B4-BE49-F238E27FC236}">
                <a16:creationId xmlns:a16="http://schemas.microsoft.com/office/drawing/2014/main" id="{A6577BDA-645E-C61D-FA22-10726E52CBC0}"/>
              </a:ext>
            </a:extLst>
          </p:cNvPr>
          <p:cNvSpPr/>
          <p:nvPr/>
        </p:nvSpPr>
        <p:spPr>
          <a:xfrm>
            <a:off x="2590038" y="1189401"/>
            <a:ext cx="868680" cy="219456"/>
          </a:xfrm>
          <a:prstGeom prst="rect">
            <a:avLst/>
          </a:prstGeom>
          <a:solidFill>
            <a:srgbClr val="041020"/>
          </a:solidFill>
          <a:ln w="8890">
            <a:solidFill>
              <a:srgbClr val="00D4FF"/>
            </a:solidFill>
          </a:ln>
          <a:effectLst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auth_start</a:t>
            </a:r>
            <a:endParaRPr lang="en-US" sz="750" dirty="0"/>
          </a:p>
        </p:txBody>
      </p:sp>
      <p:sp>
        <p:nvSpPr>
          <p:cNvPr id="65" name="Shape 30">
            <a:extLst>
              <a:ext uri="{FF2B5EF4-FFF2-40B4-BE49-F238E27FC236}">
                <a16:creationId xmlns:a16="http://schemas.microsoft.com/office/drawing/2014/main" id="{C013111A-04C8-0462-FC04-B3D8F6452C19}"/>
              </a:ext>
            </a:extLst>
          </p:cNvPr>
          <p:cNvSpPr/>
          <p:nvPr/>
        </p:nvSpPr>
        <p:spPr>
          <a:xfrm>
            <a:off x="3627120" y="109728"/>
            <a:ext cx="1920240" cy="475488"/>
          </a:xfrm>
          <a:prstGeom prst="rect">
            <a:avLst/>
          </a:prstGeom>
          <a:solidFill>
            <a:srgbClr val="180038"/>
          </a:solidFill>
          <a:ln w="15240">
            <a:solidFill>
              <a:srgbClr val="8844EE"/>
            </a:solidFill>
            <a:prstDash val="soli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66" name="Text 31">
            <a:extLst>
              <a:ext uri="{FF2B5EF4-FFF2-40B4-BE49-F238E27FC236}">
                <a16:creationId xmlns:a16="http://schemas.microsoft.com/office/drawing/2014/main" id="{91F2FAE6-E0DC-142E-FAFF-55BFC17CCE4A}"/>
              </a:ext>
            </a:extLst>
          </p:cNvPr>
          <p:cNvSpPr/>
          <p:nvPr/>
        </p:nvSpPr>
        <p:spPr>
          <a:xfrm>
            <a:off x="3627120" y="109728"/>
            <a:ext cx="1920240" cy="266273"/>
          </a:xfrm>
          <a:prstGeom prst="rect">
            <a:avLst/>
          </a:prstGeom>
          <a:noFill/>
          <a:ln/>
          <a:effectLst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MEMORY</a:t>
            </a:r>
            <a:endParaRPr lang="en-US" sz="900" dirty="0"/>
          </a:p>
        </p:txBody>
      </p:sp>
      <p:sp>
        <p:nvSpPr>
          <p:cNvPr id="67" name="Text 32">
            <a:extLst>
              <a:ext uri="{FF2B5EF4-FFF2-40B4-BE49-F238E27FC236}">
                <a16:creationId xmlns:a16="http://schemas.microsoft.com/office/drawing/2014/main" id="{95941842-9475-3AB4-2E4A-56D20671CB93}"/>
              </a:ext>
            </a:extLst>
          </p:cNvPr>
          <p:cNvSpPr/>
          <p:nvPr/>
        </p:nvSpPr>
        <p:spPr>
          <a:xfrm>
            <a:off x="3627120" y="356982"/>
            <a:ext cx="1920240" cy="228234"/>
          </a:xfrm>
          <a:prstGeom prst="rect">
            <a:avLst/>
          </a:prstGeom>
          <a:noFill/>
          <a:ln/>
          <a:effectLst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00" i="1" dirty="0">
                <a:solidFill>
                  <a:srgbClr val="6688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DDR / Flash</a:t>
            </a:r>
            <a:endParaRPr lang="en-US" sz="700" dirty="0"/>
          </a:p>
        </p:txBody>
      </p:sp>
      <p:sp>
        <p:nvSpPr>
          <p:cNvPr id="69" name="Shape 33">
            <a:extLst>
              <a:ext uri="{FF2B5EF4-FFF2-40B4-BE49-F238E27FC236}">
                <a16:creationId xmlns:a16="http://schemas.microsoft.com/office/drawing/2014/main" id="{99083B3C-624F-94DF-2014-1C7AF31F2577}"/>
              </a:ext>
            </a:extLst>
          </p:cNvPr>
          <p:cNvSpPr/>
          <p:nvPr/>
        </p:nvSpPr>
        <p:spPr>
          <a:xfrm>
            <a:off x="6752844" y="981710"/>
            <a:ext cx="1737360" cy="475488"/>
          </a:xfrm>
          <a:prstGeom prst="rect">
            <a:avLst/>
          </a:prstGeom>
          <a:solidFill>
            <a:srgbClr val="2A1E00"/>
          </a:solidFill>
          <a:ln w="15240">
            <a:solidFill>
              <a:srgbClr val="CC9900"/>
            </a:solidFill>
            <a:prstDash val="soli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0" name="Text 34">
            <a:extLst>
              <a:ext uri="{FF2B5EF4-FFF2-40B4-BE49-F238E27FC236}">
                <a16:creationId xmlns:a16="http://schemas.microsoft.com/office/drawing/2014/main" id="{B464B959-6A26-C256-2BB9-7596D3DF37A7}"/>
              </a:ext>
            </a:extLst>
          </p:cNvPr>
          <p:cNvSpPr/>
          <p:nvPr/>
        </p:nvSpPr>
        <p:spPr>
          <a:xfrm>
            <a:off x="6752844" y="968715"/>
            <a:ext cx="1737360" cy="266273"/>
          </a:xfrm>
          <a:prstGeom prst="rect">
            <a:avLst/>
          </a:prstGeom>
          <a:noFill/>
          <a:ln/>
          <a:effectLst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SECURE KEY</a:t>
            </a:r>
            <a:endParaRPr lang="en-US" sz="900" dirty="0"/>
          </a:p>
        </p:txBody>
      </p:sp>
      <p:sp>
        <p:nvSpPr>
          <p:cNvPr id="71" name="Text 35">
            <a:extLst>
              <a:ext uri="{FF2B5EF4-FFF2-40B4-BE49-F238E27FC236}">
                <a16:creationId xmlns:a16="http://schemas.microsoft.com/office/drawing/2014/main" id="{C76C40B0-F20C-426C-1ACC-5ADB37F55563}"/>
              </a:ext>
            </a:extLst>
          </p:cNvPr>
          <p:cNvSpPr/>
          <p:nvPr/>
        </p:nvSpPr>
        <p:spPr>
          <a:xfrm>
            <a:off x="6752844" y="1228964"/>
            <a:ext cx="1737360" cy="228234"/>
          </a:xfrm>
          <a:prstGeom prst="rect">
            <a:avLst/>
          </a:prstGeom>
          <a:noFill/>
          <a:ln/>
          <a:effectLst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00" i="1" dirty="0">
                <a:solidFill>
                  <a:srgbClr val="6688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Storage</a:t>
            </a:r>
            <a:endParaRPr lang="en-US" sz="700" dirty="0"/>
          </a:p>
        </p:txBody>
      </p:sp>
    </p:spTree>
    <p:extLst>
      <p:ext uri="{BB962C8B-B14F-4D97-AF65-F5344CB8AC3E}">
        <p14:creationId xmlns:p14="http://schemas.microsoft.com/office/powerpoint/2010/main" val="410681092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med" p14:dur="700">
        <p159:morph option="byObject"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4102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88ED73F-4B92-07DD-3582-D0D797B180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C5E0587B-F28D-F66C-4167-A0F6243A9AD1}"/>
              </a:ext>
            </a:extLst>
          </p:cNvPr>
          <p:cNvSpPr/>
          <p:nvPr/>
        </p:nvSpPr>
        <p:spPr>
          <a:xfrm>
            <a:off x="0" y="0"/>
            <a:ext cx="4572" cy="5143500"/>
          </a:xfrm>
          <a:prstGeom prst="rect">
            <a:avLst/>
          </a:prstGeom>
          <a:solidFill>
            <a:srgbClr val="0A2040"/>
          </a:solidFill>
          <a:ln w="3810">
            <a:solidFill>
              <a:srgbClr val="0A20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387B0FE9-EDAB-3AF6-65DE-CF0F393FEC76}"/>
              </a:ext>
            </a:extLst>
          </p:cNvPr>
          <p:cNvSpPr/>
          <p:nvPr/>
        </p:nvSpPr>
        <p:spPr>
          <a:xfrm>
            <a:off x="914400" y="0"/>
            <a:ext cx="4572" cy="5143500"/>
          </a:xfrm>
          <a:prstGeom prst="rect">
            <a:avLst/>
          </a:prstGeom>
          <a:solidFill>
            <a:srgbClr val="0A2040"/>
          </a:solidFill>
          <a:ln w="3810">
            <a:solidFill>
              <a:srgbClr val="0A20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C812E46E-43C4-E4CF-BC61-FD57BA14132C}"/>
              </a:ext>
            </a:extLst>
          </p:cNvPr>
          <p:cNvSpPr/>
          <p:nvPr/>
        </p:nvSpPr>
        <p:spPr>
          <a:xfrm>
            <a:off x="1828800" y="0"/>
            <a:ext cx="4572" cy="5143500"/>
          </a:xfrm>
          <a:prstGeom prst="rect">
            <a:avLst/>
          </a:prstGeom>
          <a:solidFill>
            <a:srgbClr val="0A2040"/>
          </a:solidFill>
          <a:ln w="3810">
            <a:solidFill>
              <a:srgbClr val="0A20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B34D07A0-FBBA-79B0-3F09-DA95CE732E4E}"/>
              </a:ext>
            </a:extLst>
          </p:cNvPr>
          <p:cNvSpPr/>
          <p:nvPr/>
        </p:nvSpPr>
        <p:spPr>
          <a:xfrm>
            <a:off x="2743200" y="0"/>
            <a:ext cx="4572" cy="5143500"/>
          </a:xfrm>
          <a:prstGeom prst="rect">
            <a:avLst/>
          </a:prstGeom>
          <a:solidFill>
            <a:srgbClr val="0A2040"/>
          </a:solidFill>
          <a:ln w="3810">
            <a:solidFill>
              <a:srgbClr val="0A20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94409087-C509-27AF-AC68-BFC7A111DC93}"/>
              </a:ext>
            </a:extLst>
          </p:cNvPr>
          <p:cNvSpPr/>
          <p:nvPr/>
        </p:nvSpPr>
        <p:spPr>
          <a:xfrm>
            <a:off x="3657600" y="0"/>
            <a:ext cx="4572" cy="5143500"/>
          </a:xfrm>
          <a:prstGeom prst="rect">
            <a:avLst/>
          </a:prstGeom>
          <a:solidFill>
            <a:srgbClr val="0A2040"/>
          </a:solidFill>
          <a:ln w="3810">
            <a:solidFill>
              <a:srgbClr val="0A20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1194AFED-C2DD-6DE2-5A43-247BE23CBC76}"/>
              </a:ext>
            </a:extLst>
          </p:cNvPr>
          <p:cNvSpPr/>
          <p:nvPr/>
        </p:nvSpPr>
        <p:spPr>
          <a:xfrm>
            <a:off x="4572000" y="0"/>
            <a:ext cx="4572" cy="5143500"/>
          </a:xfrm>
          <a:prstGeom prst="rect">
            <a:avLst/>
          </a:prstGeom>
          <a:solidFill>
            <a:srgbClr val="0A2040"/>
          </a:solidFill>
          <a:ln w="3810">
            <a:solidFill>
              <a:srgbClr val="0A20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E7CD26B8-BE27-3625-B9A5-ECC1CE80AEFC}"/>
              </a:ext>
            </a:extLst>
          </p:cNvPr>
          <p:cNvSpPr/>
          <p:nvPr/>
        </p:nvSpPr>
        <p:spPr>
          <a:xfrm>
            <a:off x="5486400" y="0"/>
            <a:ext cx="4572" cy="5143500"/>
          </a:xfrm>
          <a:prstGeom prst="rect">
            <a:avLst/>
          </a:prstGeom>
          <a:solidFill>
            <a:srgbClr val="0A2040"/>
          </a:solidFill>
          <a:ln w="3810">
            <a:solidFill>
              <a:srgbClr val="0A20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950411C2-2A69-DFA8-F841-54F9FFAE9B10}"/>
              </a:ext>
            </a:extLst>
          </p:cNvPr>
          <p:cNvSpPr/>
          <p:nvPr/>
        </p:nvSpPr>
        <p:spPr>
          <a:xfrm>
            <a:off x="6400800" y="0"/>
            <a:ext cx="4572" cy="5143500"/>
          </a:xfrm>
          <a:prstGeom prst="rect">
            <a:avLst/>
          </a:prstGeom>
          <a:solidFill>
            <a:srgbClr val="0A2040"/>
          </a:solidFill>
          <a:ln w="3810">
            <a:solidFill>
              <a:srgbClr val="0A20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E728A98A-2041-E0A2-8FB6-819151F66E36}"/>
              </a:ext>
            </a:extLst>
          </p:cNvPr>
          <p:cNvSpPr/>
          <p:nvPr/>
        </p:nvSpPr>
        <p:spPr>
          <a:xfrm>
            <a:off x="7315200" y="0"/>
            <a:ext cx="4572" cy="5143500"/>
          </a:xfrm>
          <a:prstGeom prst="rect">
            <a:avLst/>
          </a:prstGeom>
          <a:solidFill>
            <a:srgbClr val="0A2040"/>
          </a:solidFill>
          <a:ln w="3810">
            <a:solidFill>
              <a:srgbClr val="0A20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C3F0992B-9E53-CD6C-8218-67B346645036}"/>
              </a:ext>
            </a:extLst>
          </p:cNvPr>
          <p:cNvSpPr/>
          <p:nvPr/>
        </p:nvSpPr>
        <p:spPr>
          <a:xfrm>
            <a:off x="8229600" y="0"/>
            <a:ext cx="4572" cy="5143500"/>
          </a:xfrm>
          <a:prstGeom prst="rect">
            <a:avLst/>
          </a:prstGeom>
          <a:solidFill>
            <a:srgbClr val="0A2040"/>
          </a:solidFill>
          <a:ln w="3810">
            <a:solidFill>
              <a:srgbClr val="0A20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3B8B7D08-DB5B-BB84-C750-D8F76EEEBCE6}"/>
              </a:ext>
            </a:extLst>
          </p:cNvPr>
          <p:cNvSpPr/>
          <p:nvPr/>
        </p:nvSpPr>
        <p:spPr>
          <a:xfrm>
            <a:off x="9144000" y="0"/>
            <a:ext cx="4572" cy="5143500"/>
          </a:xfrm>
          <a:prstGeom prst="rect">
            <a:avLst/>
          </a:prstGeom>
          <a:solidFill>
            <a:srgbClr val="0A2040"/>
          </a:solidFill>
          <a:ln w="3810">
            <a:solidFill>
              <a:srgbClr val="0A20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451A084C-69B0-BA3D-5FC6-84EAF908A471}"/>
              </a:ext>
            </a:extLst>
          </p:cNvPr>
          <p:cNvSpPr/>
          <p:nvPr/>
        </p:nvSpPr>
        <p:spPr>
          <a:xfrm>
            <a:off x="0" y="0"/>
            <a:ext cx="9144000" cy="4572"/>
          </a:xfrm>
          <a:prstGeom prst="rect">
            <a:avLst/>
          </a:prstGeom>
          <a:solidFill>
            <a:srgbClr val="0A2040"/>
          </a:solidFill>
          <a:ln w="3810">
            <a:solidFill>
              <a:srgbClr val="0A20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F2DBCBA8-669C-406B-CF6E-52FADD8C26C4}"/>
              </a:ext>
            </a:extLst>
          </p:cNvPr>
          <p:cNvSpPr/>
          <p:nvPr/>
        </p:nvSpPr>
        <p:spPr>
          <a:xfrm>
            <a:off x="0" y="822960"/>
            <a:ext cx="9144000" cy="4572"/>
          </a:xfrm>
          <a:prstGeom prst="rect">
            <a:avLst/>
          </a:prstGeom>
          <a:solidFill>
            <a:srgbClr val="0A2040"/>
          </a:solidFill>
          <a:ln w="3810">
            <a:solidFill>
              <a:srgbClr val="0A20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>
            <a:extLst>
              <a:ext uri="{FF2B5EF4-FFF2-40B4-BE49-F238E27FC236}">
                <a16:creationId xmlns:a16="http://schemas.microsoft.com/office/drawing/2014/main" id="{36A29609-F6AC-6CCA-9335-49B6D946EC13}"/>
              </a:ext>
            </a:extLst>
          </p:cNvPr>
          <p:cNvSpPr/>
          <p:nvPr/>
        </p:nvSpPr>
        <p:spPr>
          <a:xfrm>
            <a:off x="0" y="1645920"/>
            <a:ext cx="9144000" cy="4572"/>
          </a:xfrm>
          <a:prstGeom prst="rect">
            <a:avLst/>
          </a:prstGeom>
          <a:solidFill>
            <a:srgbClr val="0A2040"/>
          </a:solidFill>
          <a:ln w="3810">
            <a:solidFill>
              <a:srgbClr val="0A20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>
            <a:extLst>
              <a:ext uri="{FF2B5EF4-FFF2-40B4-BE49-F238E27FC236}">
                <a16:creationId xmlns:a16="http://schemas.microsoft.com/office/drawing/2014/main" id="{CF08A9DA-8A02-BD5A-741B-FA38C6B0F6F9}"/>
              </a:ext>
            </a:extLst>
          </p:cNvPr>
          <p:cNvSpPr/>
          <p:nvPr/>
        </p:nvSpPr>
        <p:spPr>
          <a:xfrm>
            <a:off x="0" y="2468880"/>
            <a:ext cx="9144000" cy="4572"/>
          </a:xfrm>
          <a:prstGeom prst="rect">
            <a:avLst/>
          </a:prstGeom>
          <a:solidFill>
            <a:srgbClr val="0A2040"/>
          </a:solidFill>
          <a:ln w="3810">
            <a:solidFill>
              <a:srgbClr val="0A20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>
            <a:extLst>
              <a:ext uri="{FF2B5EF4-FFF2-40B4-BE49-F238E27FC236}">
                <a16:creationId xmlns:a16="http://schemas.microsoft.com/office/drawing/2014/main" id="{80776BBE-407D-4757-7DBE-5771851DF1B0}"/>
              </a:ext>
            </a:extLst>
          </p:cNvPr>
          <p:cNvSpPr/>
          <p:nvPr/>
        </p:nvSpPr>
        <p:spPr>
          <a:xfrm>
            <a:off x="0" y="3291840"/>
            <a:ext cx="9144000" cy="4572"/>
          </a:xfrm>
          <a:prstGeom prst="rect">
            <a:avLst/>
          </a:prstGeom>
          <a:solidFill>
            <a:srgbClr val="0A2040"/>
          </a:solidFill>
          <a:ln w="3810">
            <a:solidFill>
              <a:srgbClr val="0A20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>
            <a:extLst>
              <a:ext uri="{FF2B5EF4-FFF2-40B4-BE49-F238E27FC236}">
                <a16:creationId xmlns:a16="http://schemas.microsoft.com/office/drawing/2014/main" id="{FE5B75C4-7BC9-6493-B56C-B1386370055C}"/>
              </a:ext>
            </a:extLst>
          </p:cNvPr>
          <p:cNvSpPr/>
          <p:nvPr/>
        </p:nvSpPr>
        <p:spPr>
          <a:xfrm>
            <a:off x="0" y="4114800"/>
            <a:ext cx="9144000" cy="4572"/>
          </a:xfrm>
          <a:prstGeom prst="rect">
            <a:avLst/>
          </a:prstGeom>
          <a:solidFill>
            <a:srgbClr val="0A2040"/>
          </a:solidFill>
          <a:ln w="3810">
            <a:solidFill>
              <a:srgbClr val="0A20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>
            <a:extLst>
              <a:ext uri="{FF2B5EF4-FFF2-40B4-BE49-F238E27FC236}">
                <a16:creationId xmlns:a16="http://schemas.microsoft.com/office/drawing/2014/main" id="{B92FABDD-E926-A0C3-779E-55567A13F664}"/>
              </a:ext>
            </a:extLst>
          </p:cNvPr>
          <p:cNvSpPr/>
          <p:nvPr/>
        </p:nvSpPr>
        <p:spPr>
          <a:xfrm>
            <a:off x="0" y="4937760"/>
            <a:ext cx="9144000" cy="4572"/>
          </a:xfrm>
          <a:prstGeom prst="rect">
            <a:avLst/>
          </a:prstGeom>
          <a:solidFill>
            <a:srgbClr val="0A2040"/>
          </a:solidFill>
          <a:ln w="3810">
            <a:solidFill>
              <a:srgbClr val="0A20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>
            <a:extLst>
              <a:ext uri="{FF2B5EF4-FFF2-40B4-BE49-F238E27FC236}">
                <a16:creationId xmlns:a16="http://schemas.microsoft.com/office/drawing/2014/main" id="{D6A0B9FE-81FE-D5AA-8C58-87754AEE4D68}"/>
              </a:ext>
            </a:extLst>
          </p:cNvPr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1" name="Shape 19">
            <a:extLst>
              <a:ext uri="{FF2B5EF4-FFF2-40B4-BE49-F238E27FC236}">
                <a16:creationId xmlns:a16="http://schemas.microsoft.com/office/drawing/2014/main" id="{FCDA82ED-CC40-7EDB-63D1-B1131DFB1AC0}"/>
              </a:ext>
            </a:extLst>
          </p:cNvPr>
          <p:cNvSpPr/>
          <p:nvPr/>
        </p:nvSpPr>
        <p:spPr>
          <a:xfrm>
            <a:off x="0" y="5093208"/>
            <a:ext cx="9144000" cy="50292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2" name="Shape 20">
            <a:extLst>
              <a:ext uri="{FF2B5EF4-FFF2-40B4-BE49-F238E27FC236}">
                <a16:creationId xmlns:a16="http://schemas.microsoft.com/office/drawing/2014/main" id="{A2B35A1E-FD78-4172-8CB0-2A360B54C547}"/>
              </a:ext>
            </a:extLst>
          </p:cNvPr>
          <p:cNvSpPr/>
          <p:nvPr/>
        </p:nvSpPr>
        <p:spPr>
          <a:xfrm>
            <a:off x="73152" y="64008"/>
            <a:ext cx="274320" cy="36576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3" name="Shape 21">
            <a:extLst>
              <a:ext uri="{FF2B5EF4-FFF2-40B4-BE49-F238E27FC236}">
                <a16:creationId xmlns:a16="http://schemas.microsoft.com/office/drawing/2014/main" id="{45D08F1F-BCA4-AB2B-DF2E-AD1174D37B2F}"/>
              </a:ext>
            </a:extLst>
          </p:cNvPr>
          <p:cNvSpPr/>
          <p:nvPr/>
        </p:nvSpPr>
        <p:spPr>
          <a:xfrm>
            <a:off x="73152" y="64008"/>
            <a:ext cx="36576" cy="22860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4" name="Shape 22">
            <a:extLst>
              <a:ext uri="{FF2B5EF4-FFF2-40B4-BE49-F238E27FC236}">
                <a16:creationId xmlns:a16="http://schemas.microsoft.com/office/drawing/2014/main" id="{6823D5C3-A1FE-21DD-8173-8CF5ADE4AFCD}"/>
              </a:ext>
            </a:extLst>
          </p:cNvPr>
          <p:cNvSpPr/>
          <p:nvPr/>
        </p:nvSpPr>
        <p:spPr>
          <a:xfrm>
            <a:off x="8796528" y="64008"/>
            <a:ext cx="274320" cy="36576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5" name="Shape 23">
            <a:extLst>
              <a:ext uri="{FF2B5EF4-FFF2-40B4-BE49-F238E27FC236}">
                <a16:creationId xmlns:a16="http://schemas.microsoft.com/office/drawing/2014/main" id="{34FCC4DF-13F8-413E-A422-BD8AEC77E40A}"/>
              </a:ext>
            </a:extLst>
          </p:cNvPr>
          <p:cNvSpPr/>
          <p:nvPr/>
        </p:nvSpPr>
        <p:spPr>
          <a:xfrm>
            <a:off x="9034272" y="64008"/>
            <a:ext cx="36576" cy="22860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6" name="Shape 24">
            <a:extLst>
              <a:ext uri="{FF2B5EF4-FFF2-40B4-BE49-F238E27FC236}">
                <a16:creationId xmlns:a16="http://schemas.microsoft.com/office/drawing/2014/main" id="{6660642D-DC21-C9DA-9400-0FB5502364B6}"/>
              </a:ext>
            </a:extLst>
          </p:cNvPr>
          <p:cNvSpPr/>
          <p:nvPr/>
        </p:nvSpPr>
        <p:spPr>
          <a:xfrm>
            <a:off x="73152" y="5042916"/>
            <a:ext cx="274320" cy="36576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7" name="Shape 25">
            <a:extLst>
              <a:ext uri="{FF2B5EF4-FFF2-40B4-BE49-F238E27FC236}">
                <a16:creationId xmlns:a16="http://schemas.microsoft.com/office/drawing/2014/main" id="{6AA3F5F5-6103-F471-CD65-8C419BE107A9}"/>
              </a:ext>
            </a:extLst>
          </p:cNvPr>
          <p:cNvSpPr/>
          <p:nvPr/>
        </p:nvSpPr>
        <p:spPr>
          <a:xfrm>
            <a:off x="73152" y="4850892"/>
            <a:ext cx="36576" cy="22860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8" name="Shape 26">
            <a:extLst>
              <a:ext uri="{FF2B5EF4-FFF2-40B4-BE49-F238E27FC236}">
                <a16:creationId xmlns:a16="http://schemas.microsoft.com/office/drawing/2014/main" id="{CA95CABA-63DC-F1E6-30C9-669B2C81624D}"/>
              </a:ext>
            </a:extLst>
          </p:cNvPr>
          <p:cNvSpPr/>
          <p:nvPr/>
        </p:nvSpPr>
        <p:spPr>
          <a:xfrm>
            <a:off x="8796528" y="5042916"/>
            <a:ext cx="274320" cy="36576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9" name="Shape 27">
            <a:extLst>
              <a:ext uri="{FF2B5EF4-FFF2-40B4-BE49-F238E27FC236}">
                <a16:creationId xmlns:a16="http://schemas.microsoft.com/office/drawing/2014/main" id="{61E70DFF-510D-4227-6CFD-8C6FE01FEE07}"/>
              </a:ext>
            </a:extLst>
          </p:cNvPr>
          <p:cNvSpPr/>
          <p:nvPr/>
        </p:nvSpPr>
        <p:spPr>
          <a:xfrm>
            <a:off x="9034272" y="4850892"/>
            <a:ext cx="36576" cy="22860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30" name="Shape 28">
            <a:extLst>
              <a:ext uri="{FF2B5EF4-FFF2-40B4-BE49-F238E27FC236}">
                <a16:creationId xmlns:a16="http://schemas.microsoft.com/office/drawing/2014/main" id="{05CA4065-C781-C592-AA88-4CC59C8B5590}"/>
              </a:ext>
            </a:extLst>
          </p:cNvPr>
          <p:cNvSpPr/>
          <p:nvPr/>
        </p:nvSpPr>
        <p:spPr>
          <a:xfrm>
            <a:off x="182880" y="109728"/>
            <a:ext cx="960120" cy="475488"/>
          </a:xfrm>
          <a:prstGeom prst="ellipse">
            <a:avLst/>
          </a:prstGeom>
          <a:solidFill>
            <a:srgbClr val="1C0E00"/>
          </a:solidFill>
          <a:ln w="17780">
            <a:solidFill>
              <a:srgbClr val="FF9500"/>
            </a:solidFill>
            <a:prstDash val="soli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31" name="Text 29">
            <a:extLst>
              <a:ext uri="{FF2B5EF4-FFF2-40B4-BE49-F238E27FC236}">
                <a16:creationId xmlns:a16="http://schemas.microsoft.com/office/drawing/2014/main" id="{2EA5B53A-4039-BA13-CA23-B7F5D87D8854}"/>
              </a:ext>
            </a:extLst>
          </p:cNvPr>
          <p:cNvSpPr/>
          <p:nvPr/>
        </p:nvSpPr>
        <p:spPr>
          <a:xfrm>
            <a:off x="182880" y="109728"/>
            <a:ext cx="960120" cy="475488"/>
          </a:xfrm>
          <a:prstGeom prst="rect">
            <a:avLst/>
          </a:prstGeom>
          <a:noFill/>
          <a:ln/>
          <a:effectLst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95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POWER</a:t>
            </a:r>
            <a:endParaRPr lang="en-US" sz="800" dirty="0"/>
          </a:p>
          <a:p>
            <a:pPr marL="0" indent="0" algn="ctr">
              <a:buNone/>
            </a:pPr>
            <a:r>
              <a:rPr lang="en-US" sz="800" b="1" dirty="0">
                <a:solidFill>
                  <a:srgbClr val="FF95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</a:t>
            </a:r>
            <a:endParaRPr lang="en-US" sz="800" dirty="0"/>
          </a:p>
        </p:txBody>
      </p:sp>
      <p:sp>
        <p:nvSpPr>
          <p:cNvPr id="39" name="Text 37">
            <a:extLst>
              <a:ext uri="{FF2B5EF4-FFF2-40B4-BE49-F238E27FC236}">
                <a16:creationId xmlns:a16="http://schemas.microsoft.com/office/drawing/2014/main" id="{FCFC577D-A45D-AEB0-681F-6E0DA439DA77}"/>
              </a:ext>
            </a:extLst>
          </p:cNvPr>
          <p:cNvSpPr/>
          <p:nvPr/>
        </p:nvSpPr>
        <p:spPr>
          <a:xfrm>
            <a:off x="256032" y="786384"/>
            <a:ext cx="2011680" cy="256032"/>
          </a:xfrm>
          <a:prstGeom prst="rect">
            <a:avLst/>
          </a:prstGeom>
          <a:noFill/>
          <a:ln/>
          <a:effectLst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b="1" kern="0" spc="300" dirty="0">
                <a:solidFill>
                  <a:srgbClr val="6688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TOP MODULE</a:t>
            </a:r>
            <a:endParaRPr lang="en-US" sz="750" dirty="0"/>
          </a:p>
        </p:txBody>
      </p:sp>
      <p:sp>
        <p:nvSpPr>
          <p:cNvPr id="40" name="Shape 38">
            <a:extLst>
              <a:ext uri="{FF2B5EF4-FFF2-40B4-BE49-F238E27FC236}">
                <a16:creationId xmlns:a16="http://schemas.microsoft.com/office/drawing/2014/main" id="{5BE6BB7B-89DB-D9F6-50A1-C78CC9B4C8AF}"/>
              </a:ext>
            </a:extLst>
          </p:cNvPr>
          <p:cNvSpPr/>
          <p:nvPr/>
        </p:nvSpPr>
        <p:spPr>
          <a:xfrm>
            <a:off x="411480" y="896112"/>
            <a:ext cx="1783080" cy="804672"/>
          </a:xfrm>
          <a:prstGeom prst="rect">
            <a:avLst/>
          </a:prstGeom>
          <a:solidFill>
            <a:srgbClr val="0B2850"/>
          </a:solidFill>
          <a:ln w="15240">
            <a:solidFill>
              <a:srgbClr val="2B7AE0"/>
            </a:solidFill>
            <a:prstDash val="soli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41" name="Text 39">
            <a:extLst>
              <a:ext uri="{FF2B5EF4-FFF2-40B4-BE49-F238E27FC236}">
                <a16:creationId xmlns:a16="http://schemas.microsoft.com/office/drawing/2014/main" id="{AF64DD33-2BA9-4335-72FB-E58D3BA3AC77}"/>
              </a:ext>
            </a:extLst>
          </p:cNvPr>
          <p:cNvSpPr/>
          <p:nvPr/>
        </p:nvSpPr>
        <p:spPr>
          <a:xfrm>
            <a:off x="411480" y="896112"/>
            <a:ext cx="1783080" cy="450616"/>
          </a:xfrm>
          <a:prstGeom prst="rect">
            <a:avLst/>
          </a:prstGeom>
          <a:noFill/>
          <a:ln/>
          <a:effectLst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BOOT FSM</a:t>
            </a:r>
            <a:endParaRPr lang="en-US" sz="900" dirty="0"/>
          </a:p>
        </p:txBody>
      </p:sp>
      <p:sp>
        <p:nvSpPr>
          <p:cNvPr id="42" name="Text 40">
            <a:extLst>
              <a:ext uri="{FF2B5EF4-FFF2-40B4-BE49-F238E27FC236}">
                <a16:creationId xmlns:a16="http://schemas.microsoft.com/office/drawing/2014/main" id="{D3CE1076-EE1C-DFD7-4306-D7A39BF7A5ED}"/>
              </a:ext>
            </a:extLst>
          </p:cNvPr>
          <p:cNvSpPr/>
          <p:nvPr/>
        </p:nvSpPr>
        <p:spPr>
          <a:xfrm>
            <a:off x="411480" y="1314541"/>
            <a:ext cx="1783080" cy="386243"/>
          </a:xfrm>
          <a:prstGeom prst="rect">
            <a:avLst/>
          </a:prstGeom>
          <a:noFill/>
          <a:ln/>
          <a:effectLst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00" i="1" dirty="0">
                <a:solidFill>
                  <a:srgbClr val="6688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Controller</a:t>
            </a:r>
            <a:endParaRPr lang="en-US" sz="700" dirty="0"/>
          </a:p>
        </p:txBody>
      </p:sp>
      <p:sp>
        <p:nvSpPr>
          <p:cNvPr id="43" name="Shape 41">
            <a:extLst>
              <a:ext uri="{FF2B5EF4-FFF2-40B4-BE49-F238E27FC236}">
                <a16:creationId xmlns:a16="http://schemas.microsoft.com/office/drawing/2014/main" id="{1CE2FEC2-FC03-232C-6649-F7AA15550B9E}"/>
              </a:ext>
            </a:extLst>
          </p:cNvPr>
          <p:cNvSpPr/>
          <p:nvPr/>
        </p:nvSpPr>
        <p:spPr>
          <a:xfrm>
            <a:off x="3291840" y="1481328"/>
            <a:ext cx="2560320" cy="1115568"/>
          </a:xfrm>
          <a:prstGeom prst="ellipse">
            <a:avLst/>
          </a:prstGeom>
          <a:solidFill>
            <a:srgbClr val="200840"/>
          </a:solidFill>
          <a:ln w="19050">
            <a:solidFill>
              <a:srgbClr val="8844EE"/>
            </a:solidFill>
            <a:prstDash val="solid"/>
          </a:ln>
          <a:effectLst>
            <a:glow rad="101600">
              <a:srgbClr val="AA66FF">
                <a:alpha val="50000"/>
              </a:srgbClr>
            </a:glow>
          </a:effectLst>
        </p:spPr>
        <p:txBody>
          <a:bodyPr/>
          <a:lstStyle/>
          <a:p>
            <a:endParaRPr lang="en-US"/>
          </a:p>
        </p:txBody>
      </p:sp>
      <p:sp>
        <p:nvSpPr>
          <p:cNvPr id="44" name="Text 42">
            <a:extLst>
              <a:ext uri="{FF2B5EF4-FFF2-40B4-BE49-F238E27FC236}">
                <a16:creationId xmlns:a16="http://schemas.microsoft.com/office/drawing/2014/main" id="{83A21204-9ED3-3C59-7527-8137379CFD34}"/>
              </a:ext>
            </a:extLst>
          </p:cNvPr>
          <p:cNvSpPr/>
          <p:nvPr/>
        </p:nvSpPr>
        <p:spPr>
          <a:xfrm>
            <a:off x="3291840" y="1481328"/>
            <a:ext cx="2560320" cy="1115568"/>
          </a:xfrm>
          <a:prstGeom prst="rect">
            <a:avLst/>
          </a:prstGeom>
          <a:noFill/>
          <a:ln/>
          <a:effectLst/>
        </p:spPr>
        <p:txBody>
          <a:bodyPr wrap="square" rtlCol="0" anchor="ctr"/>
          <a:lstStyle/>
          <a:p>
            <a:pPr algn="ctr"/>
            <a:r>
              <a:rPr lang="en-US" sz="900" b="1" dirty="0">
                <a:solidFill>
                  <a:srgbClr val="6688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AUTH ENGINE</a:t>
            </a:r>
            <a:endParaRPr lang="en-US" sz="900" dirty="0"/>
          </a:p>
          <a:p>
            <a:pPr algn="ctr"/>
            <a:r>
              <a:rPr lang="en-US" sz="900" b="1" dirty="0">
                <a:solidFill>
                  <a:srgbClr val="6688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[FW LOADED]</a:t>
            </a:r>
            <a:endParaRPr lang="en-US" sz="900" dirty="0"/>
          </a:p>
        </p:txBody>
      </p:sp>
      <p:sp>
        <p:nvSpPr>
          <p:cNvPr id="45" name="Shape 43">
            <a:extLst>
              <a:ext uri="{FF2B5EF4-FFF2-40B4-BE49-F238E27FC236}">
                <a16:creationId xmlns:a16="http://schemas.microsoft.com/office/drawing/2014/main" id="{9ACB4223-6C41-EC6D-10CF-FA84D8007456}"/>
              </a:ext>
            </a:extLst>
          </p:cNvPr>
          <p:cNvSpPr/>
          <p:nvPr/>
        </p:nvSpPr>
        <p:spPr>
          <a:xfrm>
            <a:off x="411480" y="2834640"/>
            <a:ext cx="1783080" cy="804672"/>
          </a:xfrm>
          <a:prstGeom prst="rect">
            <a:avLst/>
          </a:prstGeom>
          <a:solidFill>
            <a:srgbClr val="012018"/>
          </a:solidFill>
          <a:ln w="15240">
            <a:solidFill>
              <a:srgbClr val="00B860"/>
            </a:solidFill>
            <a:prstDash val="soli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46" name="Text 44">
            <a:extLst>
              <a:ext uri="{FF2B5EF4-FFF2-40B4-BE49-F238E27FC236}">
                <a16:creationId xmlns:a16="http://schemas.microsoft.com/office/drawing/2014/main" id="{27CDACB2-4409-355A-CC91-E323844B7302}"/>
              </a:ext>
            </a:extLst>
          </p:cNvPr>
          <p:cNvSpPr/>
          <p:nvPr/>
        </p:nvSpPr>
        <p:spPr>
          <a:xfrm>
            <a:off x="411480" y="2834640"/>
            <a:ext cx="1783080" cy="450616"/>
          </a:xfrm>
          <a:prstGeom prst="rect">
            <a:avLst/>
          </a:prstGeom>
          <a:noFill/>
          <a:ln/>
          <a:effectLst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POLICY</a:t>
            </a:r>
            <a:endParaRPr lang="en-US" sz="900" dirty="0"/>
          </a:p>
        </p:txBody>
      </p:sp>
      <p:sp>
        <p:nvSpPr>
          <p:cNvPr id="47" name="Text 45">
            <a:extLst>
              <a:ext uri="{FF2B5EF4-FFF2-40B4-BE49-F238E27FC236}">
                <a16:creationId xmlns:a16="http://schemas.microsoft.com/office/drawing/2014/main" id="{1EC2C45C-AA2A-4AD4-81C9-86205166BAC4}"/>
              </a:ext>
            </a:extLst>
          </p:cNvPr>
          <p:cNvSpPr/>
          <p:nvPr/>
        </p:nvSpPr>
        <p:spPr>
          <a:xfrm>
            <a:off x="411480" y="3253069"/>
            <a:ext cx="1783080" cy="386243"/>
          </a:xfrm>
          <a:prstGeom prst="rect">
            <a:avLst/>
          </a:prstGeom>
          <a:noFill/>
          <a:ln/>
          <a:effectLst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00" i="1" dirty="0">
                <a:solidFill>
                  <a:srgbClr val="6688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Engine</a:t>
            </a:r>
            <a:endParaRPr lang="en-US" sz="700" dirty="0"/>
          </a:p>
        </p:txBody>
      </p:sp>
      <p:sp>
        <p:nvSpPr>
          <p:cNvPr id="48" name="Shape 46">
            <a:extLst>
              <a:ext uri="{FF2B5EF4-FFF2-40B4-BE49-F238E27FC236}">
                <a16:creationId xmlns:a16="http://schemas.microsoft.com/office/drawing/2014/main" id="{652AFA85-1E7F-9796-A096-D9A5659EAA94}"/>
              </a:ext>
            </a:extLst>
          </p:cNvPr>
          <p:cNvSpPr/>
          <p:nvPr/>
        </p:nvSpPr>
        <p:spPr>
          <a:xfrm>
            <a:off x="3529584" y="2896088"/>
            <a:ext cx="1975104" cy="804672"/>
          </a:xfrm>
          <a:prstGeom prst="rect">
            <a:avLst/>
          </a:prstGeom>
          <a:solidFill>
            <a:srgbClr val="251000"/>
          </a:solidFill>
          <a:ln w="15240">
            <a:solidFill>
              <a:srgbClr val="CC6600"/>
            </a:solidFill>
            <a:prstDash val="soli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49" name="Text 47">
            <a:extLst>
              <a:ext uri="{FF2B5EF4-FFF2-40B4-BE49-F238E27FC236}">
                <a16:creationId xmlns:a16="http://schemas.microsoft.com/office/drawing/2014/main" id="{D7F189B7-0EFC-8950-C50F-5054B86ACAD5}"/>
              </a:ext>
            </a:extLst>
          </p:cNvPr>
          <p:cNvSpPr/>
          <p:nvPr/>
        </p:nvSpPr>
        <p:spPr>
          <a:xfrm>
            <a:off x="3529584" y="2896088"/>
            <a:ext cx="1975104" cy="450616"/>
          </a:xfrm>
          <a:prstGeom prst="rect">
            <a:avLst/>
          </a:prstGeom>
          <a:noFill/>
          <a:ln/>
          <a:effectLst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RETRY</a:t>
            </a:r>
            <a:endParaRPr lang="en-US" sz="900" dirty="0"/>
          </a:p>
        </p:txBody>
      </p:sp>
      <p:sp>
        <p:nvSpPr>
          <p:cNvPr id="50" name="Text 48">
            <a:extLst>
              <a:ext uri="{FF2B5EF4-FFF2-40B4-BE49-F238E27FC236}">
                <a16:creationId xmlns:a16="http://schemas.microsoft.com/office/drawing/2014/main" id="{59666C84-774D-B9FE-724D-E4AC9FC6BA4F}"/>
              </a:ext>
            </a:extLst>
          </p:cNvPr>
          <p:cNvSpPr/>
          <p:nvPr/>
        </p:nvSpPr>
        <p:spPr>
          <a:xfrm>
            <a:off x="3529584" y="3355157"/>
            <a:ext cx="1975104" cy="386243"/>
          </a:xfrm>
          <a:prstGeom prst="rect">
            <a:avLst/>
          </a:prstGeom>
          <a:noFill/>
          <a:ln/>
          <a:effectLst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00" i="1" dirty="0">
                <a:solidFill>
                  <a:srgbClr val="6688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Counter</a:t>
            </a:r>
            <a:endParaRPr lang="en-US" sz="700" dirty="0"/>
          </a:p>
        </p:txBody>
      </p:sp>
      <p:sp>
        <p:nvSpPr>
          <p:cNvPr id="51" name="Shape 49">
            <a:extLst>
              <a:ext uri="{FF2B5EF4-FFF2-40B4-BE49-F238E27FC236}">
                <a16:creationId xmlns:a16="http://schemas.microsoft.com/office/drawing/2014/main" id="{D77ABC32-A830-41B1-E7F5-3D290486CC8F}"/>
              </a:ext>
            </a:extLst>
          </p:cNvPr>
          <p:cNvSpPr/>
          <p:nvPr/>
        </p:nvSpPr>
        <p:spPr>
          <a:xfrm>
            <a:off x="6748272" y="2834640"/>
            <a:ext cx="1828800" cy="804672"/>
          </a:xfrm>
          <a:prstGeom prst="rect">
            <a:avLst/>
          </a:prstGeom>
          <a:solidFill>
            <a:srgbClr val="250000"/>
          </a:solidFill>
          <a:ln w="15240">
            <a:solidFill>
              <a:srgbClr val="CC1122"/>
            </a:solidFill>
            <a:prstDash val="soli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52" name="Text 50">
            <a:extLst>
              <a:ext uri="{FF2B5EF4-FFF2-40B4-BE49-F238E27FC236}">
                <a16:creationId xmlns:a16="http://schemas.microsoft.com/office/drawing/2014/main" id="{44A2BCF0-5753-FFD6-64EE-A15D0A58601A}"/>
              </a:ext>
            </a:extLst>
          </p:cNvPr>
          <p:cNvSpPr/>
          <p:nvPr/>
        </p:nvSpPr>
        <p:spPr>
          <a:xfrm>
            <a:off x="6748272" y="2834640"/>
            <a:ext cx="1828800" cy="450616"/>
          </a:xfrm>
          <a:prstGeom prst="rect">
            <a:avLst/>
          </a:prstGeom>
          <a:noFill/>
          <a:ln/>
          <a:effectLst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LOCKDOWN</a:t>
            </a:r>
            <a:endParaRPr lang="en-US" sz="900" dirty="0"/>
          </a:p>
        </p:txBody>
      </p:sp>
      <p:sp>
        <p:nvSpPr>
          <p:cNvPr id="53" name="Text 51">
            <a:extLst>
              <a:ext uri="{FF2B5EF4-FFF2-40B4-BE49-F238E27FC236}">
                <a16:creationId xmlns:a16="http://schemas.microsoft.com/office/drawing/2014/main" id="{9CE98809-B808-36CE-123B-47BB2D428AAE}"/>
              </a:ext>
            </a:extLst>
          </p:cNvPr>
          <p:cNvSpPr/>
          <p:nvPr/>
        </p:nvSpPr>
        <p:spPr>
          <a:xfrm>
            <a:off x="6748272" y="3253069"/>
            <a:ext cx="1828800" cy="386243"/>
          </a:xfrm>
          <a:prstGeom prst="rect">
            <a:avLst/>
          </a:prstGeom>
          <a:noFill/>
          <a:ln/>
          <a:effectLst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00" i="1" dirty="0">
                <a:solidFill>
                  <a:srgbClr val="6688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Control</a:t>
            </a:r>
            <a:endParaRPr lang="en-US" sz="700" dirty="0"/>
          </a:p>
        </p:txBody>
      </p:sp>
      <p:sp>
        <p:nvSpPr>
          <p:cNvPr id="54" name="Shape 52">
            <a:extLst>
              <a:ext uri="{FF2B5EF4-FFF2-40B4-BE49-F238E27FC236}">
                <a16:creationId xmlns:a16="http://schemas.microsoft.com/office/drawing/2014/main" id="{FF2B6A33-4ED1-2B79-181D-EFEBB03A6337}"/>
              </a:ext>
            </a:extLst>
          </p:cNvPr>
          <p:cNvSpPr/>
          <p:nvPr/>
        </p:nvSpPr>
        <p:spPr>
          <a:xfrm>
            <a:off x="2194560" y="4206240"/>
            <a:ext cx="4754880" cy="548640"/>
          </a:xfrm>
          <a:prstGeom prst="rect">
            <a:avLst/>
          </a:prstGeom>
          <a:solidFill>
            <a:srgbClr val="001E0E">
              <a:alpha val="90000"/>
            </a:srgbClr>
          </a:solidFill>
          <a:ln w="17780">
            <a:solidFill>
              <a:srgbClr val="00CC66"/>
            </a:solidFill>
            <a:prstDash val="soli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55" name="Text 53">
            <a:extLst>
              <a:ext uri="{FF2B5EF4-FFF2-40B4-BE49-F238E27FC236}">
                <a16:creationId xmlns:a16="http://schemas.microsoft.com/office/drawing/2014/main" id="{0B9F2389-D75E-F985-2FE3-7A71EABCD6F1}"/>
              </a:ext>
            </a:extLst>
          </p:cNvPr>
          <p:cNvSpPr/>
          <p:nvPr/>
        </p:nvSpPr>
        <p:spPr>
          <a:xfrm>
            <a:off x="2194560" y="4206240"/>
            <a:ext cx="4754880" cy="548640"/>
          </a:xfrm>
          <a:prstGeom prst="rect">
            <a:avLst/>
          </a:prstGeom>
          <a:noFill/>
          <a:ln/>
          <a:effectLst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CC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DEVICE TO BE AUTHENTICATED</a:t>
            </a:r>
            <a:endParaRPr lang="en-US" sz="1000" dirty="0"/>
          </a:p>
        </p:txBody>
      </p:sp>
      <p:sp>
        <p:nvSpPr>
          <p:cNvPr id="38" name="Shape 54">
            <a:extLst>
              <a:ext uri="{FF2B5EF4-FFF2-40B4-BE49-F238E27FC236}">
                <a16:creationId xmlns:a16="http://schemas.microsoft.com/office/drawing/2014/main" id="{7EC75E0F-5B48-F562-15EA-5EA884C92621}"/>
              </a:ext>
            </a:extLst>
          </p:cNvPr>
          <p:cNvSpPr/>
          <p:nvPr/>
        </p:nvSpPr>
        <p:spPr>
          <a:xfrm>
            <a:off x="662940" y="585216"/>
            <a:ext cx="0" cy="281087"/>
          </a:xfrm>
          <a:prstGeom prst="line">
            <a:avLst/>
          </a:prstGeom>
          <a:noFill/>
          <a:ln w="22860">
            <a:solidFill>
              <a:srgbClr val="FF9500">
                <a:alpha val="95000"/>
              </a:srgbClr>
            </a:solidFill>
            <a:prstDash val="solid"/>
            <a:tailEnd type="triangle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60" name="Text 55">
            <a:extLst>
              <a:ext uri="{FF2B5EF4-FFF2-40B4-BE49-F238E27FC236}">
                <a16:creationId xmlns:a16="http://schemas.microsoft.com/office/drawing/2014/main" id="{26474816-A159-8782-124A-827A4EC1AB63}"/>
              </a:ext>
            </a:extLst>
          </p:cNvPr>
          <p:cNvSpPr/>
          <p:nvPr/>
        </p:nvSpPr>
        <p:spPr>
          <a:xfrm>
            <a:off x="961898" y="585216"/>
            <a:ext cx="1005840" cy="228600"/>
          </a:xfrm>
          <a:prstGeom prst="rect">
            <a:avLst/>
          </a:prstGeom>
          <a:solidFill>
            <a:srgbClr val="041020"/>
          </a:solidFill>
          <a:ln w="8890">
            <a:solidFill>
              <a:srgbClr val="FF9500"/>
            </a:solidFill>
          </a:ln>
          <a:effectLst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95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Boot request</a:t>
            </a:r>
            <a:endParaRPr lang="en-US" sz="750" dirty="0"/>
          </a:p>
        </p:txBody>
      </p:sp>
      <p:sp>
        <p:nvSpPr>
          <p:cNvPr id="68" name="Shape 62">
            <a:extLst>
              <a:ext uri="{FF2B5EF4-FFF2-40B4-BE49-F238E27FC236}">
                <a16:creationId xmlns:a16="http://schemas.microsoft.com/office/drawing/2014/main" id="{F96242EB-CC1E-939C-6B8E-70F9A8FB7C4D}"/>
              </a:ext>
            </a:extLst>
          </p:cNvPr>
          <p:cNvSpPr/>
          <p:nvPr/>
        </p:nvSpPr>
        <p:spPr>
          <a:xfrm>
            <a:off x="7150608" y="91440"/>
            <a:ext cx="1883664" cy="365760"/>
          </a:xfrm>
          <a:prstGeom prst="rect">
            <a:avLst/>
          </a:prstGeom>
          <a:solidFill>
            <a:srgbClr val="071830"/>
          </a:solidFill>
          <a:ln w="12700">
            <a:solidFill>
              <a:srgbClr val="9B4D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9" name="Text 63">
            <a:extLst>
              <a:ext uri="{FF2B5EF4-FFF2-40B4-BE49-F238E27FC236}">
                <a16:creationId xmlns:a16="http://schemas.microsoft.com/office/drawing/2014/main" id="{C1EB92C7-D8AD-EB07-BD6D-14EEA3AA0BD3}"/>
              </a:ext>
            </a:extLst>
          </p:cNvPr>
          <p:cNvSpPr/>
          <p:nvPr/>
        </p:nvSpPr>
        <p:spPr>
          <a:xfrm>
            <a:off x="7150608" y="91440"/>
            <a:ext cx="188366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9B4D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07 · FW LOAD</a:t>
            </a:r>
            <a:endParaRPr lang="en-US" sz="700" dirty="0"/>
          </a:p>
        </p:txBody>
      </p:sp>
      <p:sp>
        <p:nvSpPr>
          <p:cNvPr id="70" name="Shape 64"/>
          <p:cNvSpPr/>
          <p:nvPr/>
        </p:nvSpPr>
        <p:spPr>
          <a:xfrm>
            <a:off x="109728" y="4668012"/>
            <a:ext cx="1943100" cy="347472"/>
          </a:xfrm>
          <a:prstGeom prst="rect">
            <a:avLst/>
          </a:prstGeom>
          <a:solidFill>
            <a:srgbClr val="071830"/>
          </a:solidFill>
          <a:ln w="10160">
            <a:solidFill>
              <a:srgbClr val="9B4D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1" name="Text 65"/>
          <p:cNvSpPr/>
          <p:nvPr/>
        </p:nvSpPr>
        <p:spPr>
          <a:xfrm>
            <a:off x="109728" y="4668012"/>
            <a:ext cx="1943100" cy="347472"/>
          </a:xfrm>
          <a:prstGeom prst="rect">
            <a:avLst/>
          </a:prstGeom>
          <a:noFill/>
          <a:ln/>
        </p:spPr>
        <p:txBody>
          <a:bodyPr wrap="square" lIns="0" tIns="7620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9B4D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 FW_Data / FW_Valid / FW_last streaming from Memory ]</a:t>
            </a:r>
            <a:endParaRPr lang="en-US" sz="800" dirty="0"/>
          </a:p>
        </p:txBody>
      </p:sp>
      <p:sp>
        <p:nvSpPr>
          <p:cNvPr id="72" name="Shape 56">
            <a:extLst>
              <a:ext uri="{FF2B5EF4-FFF2-40B4-BE49-F238E27FC236}">
                <a16:creationId xmlns:a16="http://schemas.microsoft.com/office/drawing/2014/main" id="{E149D74E-DFE6-C660-46C1-F224628DA032}"/>
              </a:ext>
            </a:extLst>
          </p:cNvPr>
          <p:cNvSpPr/>
          <p:nvPr/>
        </p:nvSpPr>
        <p:spPr>
          <a:xfrm>
            <a:off x="2194560" y="1298448"/>
            <a:ext cx="1120140" cy="505480"/>
          </a:xfrm>
          <a:prstGeom prst="line">
            <a:avLst/>
          </a:prstGeom>
          <a:noFill/>
          <a:ln w="22860">
            <a:solidFill>
              <a:srgbClr val="00D4FF">
                <a:alpha val="95000"/>
              </a:srgbClr>
            </a:solidFill>
            <a:prstDash val="solid"/>
            <a:tailEnd type="triangle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3" name="Text 57">
            <a:extLst>
              <a:ext uri="{FF2B5EF4-FFF2-40B4-BE49-F238E27FC236}">
                <a16:creationId xmlns:a16="http://schemas.microsoft.com/office/drawing/2014/main" id="{86913777-90BC-6CCC-7059-636D97DD54E4}"/>
              </a:ext>
            </a:extLst>
          </p:cNvPr>
          <p:cNvSpPr/>
          <p:nvPr/>
        </p:nvSpPr>
        <p:spPr>
          <a:xfrm>
            <a:off x="2590038" y="1189401"/>
            <a:ext cx="868680" cy="219456"/>
          </a:xfrm>
          <a:prstGeom prst="rect">
            <a:avLst/>
          </a:prstGeom>
          <a:solidFill>
            <a:srgbClr val="041020"/>
          </a:solidFill>
          <a:ln w="8890">
            <a:solidFill>
              <a:srgbClr val="00D4FF"/>
            </a:solidFill>
          </a:ln>
          <a:effectLst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auth_start</a:t>
            </a:r>
            <a:endParaRPr lang="en-US" sz="750" dirty="0"/>
          </a:p>
        </p:txBody>
      </p:sp>
      <p:sp>
        <p:nvSpPr>
          <p:cNvPr id="74" name="Shape 30">
            <a:extLst>
              <a:ext uri="{FF2B5EF4-FFF2-40B4-BE49-F238E27FC236}">
                <a16:creationId xmlns:a16="http://schemas.microsoft.com/office/drawing/2014/main" id="{FEAFE229-03F0-9363-4E58-AD5C2278A16D}"/>
              </a:ext>
            </a:extLst>
          </p:cNvPr>
          <p:cNvSpPr/>
          <p:nvPr/>
        </p:nvSpPr>
        <p:spPr>
          <a:xfrm>
            <a:off x="3627120" y="109728"/>
            <a:ext cx="1920240" cy="475488"/>
          </a:xfrm>
          <a:prstGeom prst="rect">
            <a:avLst/>
          </a:prstGeom>
          <a:solidFill>
            <a:srgbClr val="180038"/>
          </a:solidFill>
          <a:ln w="15240">
            <a:solidFill>
              <a:srgbClr val="8844EE"/>
            </a:solidFill>
            <a:prstDash val="soli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5" name="Text 31">
            <a:extLst>
              <a:ext uri="{FF2B5EF4-FFF2-40B4-BE49-F238E27FC236}">
                <a16:creationId xmlns:a16="http://schemas.microsoft.com/office/drawing/2014/main" id="{C765D040-DBFE-F582-BA06-7F11936D8582}"/>
              </a:ext>
            </a:extLst>
          </p:cNvPr>
          <p:cNvSpPr/>
          <p:nvPr/>
        </p:nvSpPr>
        <p:spPr>
          <a:xfrm>
            <a:off x="3627120" y="109728"/>
            <a:ext cx="1920240" cy="266273"/>
          </a:xfrm>
          <a:prstGeom prst="rect">
            <a:avLst/>
          </a:prstGeom>
          <a:noFill/>
          <a:ln/>
          <a:effectLst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MEMORY</a:t>
            </a:r>
            <a:endParaRPr lang="en-US" sz="900" dirty="0"/>
          </a:p>
        </p:txBody>
      </p:sp>
      <p:sp>
        <p:nvSpPr>
          <p:cNvPr id="76" name="Text 32">
            <a:extLst>
              <a:ext uri="{FF2B5EF4-FFF2-40B4-BE49-F238E27FC236}">
                <a16:creationId xmlns:a16="http://schemas.microsoft.com/office/drawing/2014/main" id="{11F7EC35-A933-2828-43DB-4A27FB31D74B}"/>
              </a:ext>
            </a:extLst>
          </p:cNvPr>
          <p:cNvSpPr/>
          <p:nvPr/>
        </p:nvSpPr>
        <p:spPr>
          <a:xfrm>
            <a:off x="3627120" y="356982"/>
            <a:ext cx="1920240" cy="228234"/>
          </a:xfrm>
          <a:prstGeom prst="rect">
            <a:avLst/>
          </a:prstGeom>
          <a:noFill/>
          <a:ln/>
          <a:effectLst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00" i="1" dirty="0">
                <a:solidFill>
                  <a:srgbClr val="6688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DDR / Flash</a:t>
            </a:r>
            <a:endParaRPr lang="en-US" sz="700" dirty="0"/>
          </a:p>
        </p:txBody>
      </p:sp>
      <p:sp>
        <p:nvSpPr>
          <p:cNvPr id="77" name="Shape 33">
            <a:extLst>
              <a:ext uri="{FF2B5EF4-FFF2-40B4-BE49-F238E27FC236}">
                <a16:creationId xmlns:a16="http://schemas.microsoft.com/office/drawing/2014/main" id="{E71A946D-4D5B-0724-9308-13AA5CDBC540}"/>
              </a:ext>
            </a:extLst>
          </p:cNvPr>
          <p:cNvSpPr/>
          <p:nvPr/>
        </p:nvSpPr>
        <p:spPr>
          <a:xfrm>
            <a:off x="6752844" y="981710"/>
            <a:ext cx="1737360" cy="475488"/>
          </a:xfrm>
          <a:prstGeom prst="rect">
            <a:avLst/>
          </a:prstGeom>
          <a:solidFill>
            <a:srgbClr val="2A1E00"/>
          </a:solidFill>
          <a:ln w="15240">
            <a:solidFill>
              <a:srgbClr val="CC9900"/>
            </a:solidFill>
            <a:prstDash val="soli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8" name="Text 34">
            <a:extLst>
              <a:ext uri="{FF2B5EF4-FFF2-40B4-BE49-F238E27FC236}">
                <a16:creationId xmlns:a16="http://schemas.microsoft.com/office/drawing/2014/main" id="{B46BE58F-C778-7547-E15F-E6629CEB87DA}"/>
              </a:ext>
            </a:extLst>
          </p:cNvPr>
          <p:cNvSpPr/>
          <p:nvPr/>
        </p:nvSpPr>
        <p:spPr>
          <a:xfrm>
            <a:off x="6752844" y="968715"/>
            <a:ext cx="1737360" cy="266273"/>
          </a:xfrm>
          <a:prstGeom prst="rect">
            <a:avLst/>
          </a:prstGeom>
          <a:noFill/>
          <a:ln/>
          <a:effectLst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SECURE KEY</a:t>
            </a:r>
            <a:endParaRPr lang="en-US" sz="900" dirty="0"/>
          </a:p>
        </p:txBody>
      </p:sp>
      <p:sp>
        <p:nvSpPr>
          <p:cNvPr id="79" name="Text 35">
            <a:extLst>
              <a:ext uri="{FF2B5EF4-FFF2-40B4-BE49-F238E27FC236}">
                <a16:creationId xmlns:a16="http://schemas.microsoft.com/office/drawing/2014/main" id="{9C338605-7767-7225-CAC5-78CC0058A395}"/>
              </a:ext>
            </a:extLst>
          </p:cNvPr>
          <p:cNvSpPr/>
          <p:nvPr/>
        </p:nvSpPr>
        <p:spPr>
          <a:xfrm>
            <a:off x="6752844" y="1228964"/>
            <a:ext cx="1737360" cy="228234"/>
          </a:xfrm>
          <a:prstGeom prst="rect">
            <a:avLst/>
          </a:prstGeom>
          <a:noFill/>
          <a:ln/>
          <a:effectLst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00" i="1" dirty="0">
                <a:solidFill>
                  <a:srgbClr val="6688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Storage</a:t>
            </a:r>
            <a:endParaRPr lang="en-US" sz="700" dirty="0"/>
          </a:p>
        </p:txBody>
      </p:sp>
      <p:sp>
        <p:nvSpPr>
          <p:cNvPr id="80" name="Shape 58">
            <a:extLst>
              <a:ext uri="{FF2B5EF4-FFF2-40B4-BE49-F238E27FC236}">
                <a16:creationId xmlns:a16="http://schemas.microsoft.com/office/drawing/2014/main" id="{F43C8ECE-B0C1-F0FE-B84B-C074FFF1550E}"/>
              </a:ext>
            </a:extLst>
          </p:cNvPr>
          <p:cNvSpPr/>
          <p:nvPr/>
        </p:nvSpPr>
        <p:spPr>
          <a:xfrm flipH="1">
            <a:off x="4589702" y="591800"/>
            <a:ext cx="4572" cy="889528"/>
          </a:xfrm>
          <a:prstGeom prst="line">
            <a:avLst/>
          </a:prstGeom>
          <a:noFill/>
          <a:ln w="22860">
            <a:solidFill>
              <a:srgbClr val="9B4DFF">
                <a:alpha val="95000"/>
              </a:srgbClr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81" name="Text 59">
            <a:extLst>
              <a:ext uri="{FF2B5EF4-FFF2-40B4-BE49-F238E27FC236}">
                <a16:creationId xmlns:a16="http://schemas.microsoft.com/office/drawing/2014/main" id="{BFBF2624-D891-FE7C-D266-0E31B8B512A9}"/>
              </a:ext>
            </a:extLst>
          </p:cNvPr>
          <p:cNvSpPr/>
          <p:nvPr/>
        </p:nvSpPr>
        <p:spPr>
          <a:xfrm>
            <a:off x="4655820" y="713232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9B4D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FW_Data</a:t>
            </a:r>
            <a:endParaRPr lang="en-US" sz="700" dirty="0"/>
          </a:p>
        </p:txBody>
      </p:sp>
      <p:sp>
        <p:nvSpPr>
          <p:cNvPr id="82" name="Text 60">
            <a:extLst>
              <a:ext uri="{FF2B5EF4-FFF2-40B4-BE49-F238E27FC236}">
                <a16:creationId xmlns:a16="http://schemas.microsoft.com/office/drawing/2014/main" id="{9DC3E999-9B0E-8D26-9C63-527D50CF93C3}"/>
              </a:ext>
            </a:extLst>
          </p:cNvPr>
          <p:cNvSpPr/>
          <p:nvPr/>
        </p:nvSpPr>
        <p:spPr>
          <a:xfrm>
            <a:off x="4655820" y="914400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9B4D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FW_Valid</a:t>
            </a:r>
            <a:endParaRPr lang="en-US" sz="700" dirty="0"/>
          </a:p>
        </p:txBody>
      </p:sp>
      <p:sp>
        <p:nvSpPr>
          <p:cNvPr id="83" name="Text 61">
            <a:extLst>
              <a:ext uri="{FF2B5EF4-FFF2-40B4-BE49-F238E27FC236}">
                <a16:creationId xmlns:a16="http://schemas.microsoft.com/office/drawing/2014/main" id="{034185B1-EB5E-7214-995F-23438F2FE004}"/>
              </a:ext>
            </a:extLst>
          </p:cNvPr>
          <p:cNvSpPr/>
          <p:nvPr/>
        </p:nvSpPr>
        <p:spPr>
          <a:xfrm>
            <a:off x="4655820" y="1115568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9B4D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FW_last</a:t>
            </a:r>
            <a:endParaRPr lang="en-US" sz="700" dirty="0"/>
          </a:p>
        </p:txBody>
      </p:sp>
    </p:spTree>
    <p:extLst>
      <p:ext uri="{BB962C8B-B14F-4D97-AF65-F5344CB8AC3E}">
        <p14:creationId xmlns:p14="http://schemas.microsoft.com/office/powerpoint/2010/main" val="416140875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med" p14:dur="700">
        <p159:morph option="byObject"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4102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2E94FF1-F78B-6A01-1F41-36657B868E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12802B07-C04F-1FA8-7D25-2EF6C3EFE6CC}"/>
              </a:ext>
            </a:extLst>
          </p:cNvPr>
          <p:cNvSpPr/>
          <p:nvPr/>
        </p:nvSpPr>
        <p:spPr>
          <a:xfrm>
            <a:off x="0" y="0"/>
            <a:ext cx="4572" cy="5143500"/>
          </a:xfrm>
          <a:prstGeom prst="rect">
            <a:avLst/>
          </a:prstGeom>
          <a:solidFill>
            <a:srgbClr val="0A2040"/>
          </a:solidFill>
          <a:ln w="3810">
            <a:solidFill>
              <a:srgbClr val="0A20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4572206A-E318-ED41-9E4C-FC950B4531CD}"/>
              </a:ext>
            </a:extLst>
          </p:cNvPr>
          <p:cNvSpPr/>
          <p:nvPr/>
        </p:nvSpPr>
        <p:spPr>
          <a:xfrm>
            <a:off x="914400" y="0"/>
            <a:ext cx="4572" cy="5143500"/>
          </a:xfrm>
          <a:prstGeom prst="rect">
            <a:avLst/>
          </a:prstGeom>
          <a:solidFill>
            <a:srgbClr val="0A2040"/>
          </a:solidFill>
          <a:ln w="3810">
            <a:solidFill>
              <a:srgbClr val="0A20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50ADEC7F-E758-53A4-B11A-CC889C0FBE7E}"/>
              </a:ext>
            </a:extLst>
          </p:cNvPr>
          <p:cNvSpPr/>
          <p:nvPr/>
        </p:nvSpPr>
        <p:spPr>
          <a:xfrm>
            <a:off x="1828800" y="0"/>
            <a:ext cx="4572" cy="5143500"/>
          </a:xfrm>
          <a:prstGeom prst="rect">
            <a:avLst/>
          </a:prstGeom>
          <a:solidFill>
            <a:srgbClr val="0A2040"/>
          </a:solidFill>
          <a:ln w="3810">
            <a:solidFill>
              <a:srgbClr val="0A20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425409CB-C940-3B7B-118E-0270B62E7DCB}"/>
              </a:ext>
            </a:extLst>
          </p:cNvPr>
          <p:cNvSpPr/>
          <p:nvPr/>
        </p:nvSpPr>
        <p:spPr>
          <a:xfrm>
            <a:off x="2743200" y="0"/>
            <a:ext cx="4572" cy="5143500"/>
          </a:xfrm>
          <a:prstGeom prst="rect">
            <a:avLst/>
          </a:prstGeom>
          <a:solidFill>
            <a:srgbClr val="0A2040"/>
          </a:solidFill>
          <a:ln w="3810">
            <a:solidFill>
              <a:srgbClr val="0A20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33BA15B5-3AAF-5A91-19BE-D9B1B6967432}"/>
              </a:ext>
            </a:extLst>
          </p:cNvPr>
          <p:cNvSpPr/>
          <p:nvPr/>
        </p:nvSpPr>
        <p:spPr>
          <a:xfrm>
            <a:off x="3657600" y="0"/>
            <a:ext cx="4572" cy="5143500"/>
          </a:xfrm>
          <a:prstGeom prst="rect">
            <a:avLst/>
          </a:prstGeom>
          <a:solidFill>
            <a:srgbClr val="0A2040"/>
          </a:solidFill>
          <a:ln w="3810">
            <a:solidFill>
              <a:srgbClr val="0A20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7345BF03-7226-F590-EE57-C678D2AE9E68}"/>
              </a:ext>
            </a:extLst>
          </p:cNvPr>
          <p:cNvSpPr/>
          <p:nvPr/>
        </p:nvSpPr>
        <p:spPr>
          <a:xfrm>
            <a:off x="4572000" y="0"/>
            <a:ext cx="4572" cy="5143500"/>
          </a:xfrm>
          <a:prstGeom prst="rect">
            <a:avLst/>
          </a:prstGeom>
          <a:solidFill>
            <a:srgbClr val="0A2040"/>
          </a:solidFill>
          <a:ln w="3810">
            <a:solidFill>
              <a:srgbClr val="0A20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484227F2-7CD4-1B96-60AF-8905F0CE1684}"/>
              </a:ext>
            </a:extLst>
          </p:cNvPr>
          <p:cNvSpPr/>
          <p:nvPr/>
        </p:nvSpPr>
        <p:spPr>
          <a:xfrm>
            <a:off x="5486400" y="0"/>
            <a:ext cx="4572" cy="5143500"/>
          </a:xfrm>
          <a:prstGeom prst="rect">
            <a:avLst/>
          </a:prstGeom>
          <a:solidFill>
            <a:srgbClr val="0A2040"/>
          </a:solidFill>
          <a:ln w="3810">
            <a:solidFill>
              <a:srgbClr val="0A20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62F32D1F-A3F4-C806-03A1-4D748476B360}"/>
              </a:ext>
            </a:extLst>
          </p:cNvPr>
          <p:cNvSpPr/>
          <p:nvPr/>
        </p:nvSpPr>
        <p:spPr>
          <a:xfrm>
            <a:off x="6400800" y="0"/>
            <a:ext cx="4572" cy="5143500"/>
          </a:xfrm>
          <a:prstGeom prst="rect">
            <a:avLst/>
          </a:prstGeom>
          <a:solidFill>
            <a:srgbClr val="0A2040"/>
          </a:solidFill>
          <a:ln w="3810">
            <a:solidFill>
              <a:srgbClr val="0A20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9824C8CD-422C-BEB0-1834-E5D83839C5D3}"/>
              </a:ext>
            </a:extLst>
          </p:cNvPr>
          <p:cNvSpPr/>
          <p:nvPr/>
        </p:nvSpPr>
        <p:spPr>
          <a:xfrm>
            <a:off x="7315200" y="0"/>
            <a:ext cx="4572" cy="5143500"/>
          </a:xfrm>
          <a:prstGeom prst="rect">
            <a:avLst/>
          </a:prstGeom>
          <a:solidFill>
            <a:srgbClr val="0A2040"/>
          </a:solidFill>
          <a:ln w="3810">
            <a:solidFill>
              <a:srgbClr val="0A20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4B3AD8E3-7332-071E-9067-805A054E7504}"/>
              </a:ext>
            </a:extLst>
          </p:cNvPr>
          <p:cNvSpPr/>
          <p:nvPr/>
        </p:nvSpPr>
        <p:spPr>
          <a:xfrm>
            <a:off x="8229600" y="0"/>
            <a:ext cx="4572" cy="5143500"/>
          </a:xfrm>
          <a:prstGeom prst="rect">
            <a:avLst/>
          </a:prstGeom>
          <a:solidFill>
            <a:srgbClr val="0A2040"/>
          </a:solidFill>
          <a:ln w="3810">
            <a:solidFill>
              <a:srgbClr val="0A20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C2B4E2D7-F25B-382C-E081-2E6E1BA9F07C}"/>
              </a:ext>
            </a:extLst>
          </p:cNvPr>
          <p:cNvSpPr/>
          <p:nvPr/>
        </p:nvSpPr>
        <p:spPr>
          <a:xfrm>
            <a:off x="9144000" y="0"/>
            <a:ext cx="4572" cy="5143500"/>
          </a:xfrm>
          <a:prstGeom prst="rect">
            <a:avLst/>
          </a:prstGeom>
          <a:solidFill>
            <a:srgbClr val="0A2040"/>
          </a:solidFill>
          <a:ln w="3810">
            <a:solidFill>
              <a:srgbClr val="0A20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4B94F995-CA51-DA37-0726-D19A44F69220}"/>
              </a:ext>
            </a:extLst>
          </p:cNvPr>
          <p:cNvSpPr/>
          <p:nvPr/>
        </p:nvSpPr>
        <p:spPr>
          <a:xfrm>
            <a:off x="0" y="0"/>
            <a:ext cx="9144000" cy="4572"/>
          </a:xfrm>
          <a:prstGeom prst="rect">
            <a:avLst/>
          </a:prstGeom>
          <a:solidFill>
            <a:srgbClr val="0A2040"/>
          </a:solidFill>
          <a:ln w="3810">
            <a:solidFill>
              <a:srgbClr val="0A20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28364AA7-2E66-1F8F-CB9C-0AE3076E8DD9}"/>
              </a:ext>
            </a:extLst>
          </p:cNvPr>
          <p:cNvSpPr/>
          <p:nvPr/>
        </p:nvSpPr>
        <p:spPr>
          <a:xfrm>
            <a:off x="0" y="822960"/>
            <a:ext cx="9144000" cy="4572"/>
          </a:xfrm>
          <a:prstGeom prst="rect">
            <a:avLst/>
          </a:prstGeom>
          <a:solidFill>
            <a:srgbClr val="0A2040"/>
          </a:solidFill>
          <a:ln w="3810">
            <a:solidFill>
              <a:srgbClr val="0A20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>
            <a:extLst>
              <a:ext uri="{FF2B5EF4-FFF2-40B4-BE49-F238E27FC236}">
                <a16:creationId xmlns:a16="http://schemas.microsoft.com/office/drawing/2014/main" id="{4F9C97CF-F227-1CE0-F774-6C448E28DB64}"/>
              </a:ext>
            </a:extLst>
          </p:cNvPr>
          <p:cNvSpPr/>
          <p:nvPr/>
        </p:nvSpPr>
        <p:spPr>
          <a:xfrm>
            <a:off x="0" y="1645920"/>
            <a:ext cx="9144000" cy="4572"/>
          </a:xfrm>
          <a:prstGeom prst="rect">
            <a:avLst/>
          </a:prstGeom>
          <a:solidFill>
            <a:srgbClr val="0A2040"/>
          </a:solidFill>
          <a:ln w="3810">
            <a:solidFill>
              <a:srgbClr val="0A20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>
            <a:extLst>
              <a:ext uri="{FF2B5EF4-FFF2-40B4-BE49-F238E27FC236}">
                <a16:creationId xmlns:a16="http://schemas.microsoft.com/office/drawing/2014/main" id="{3AF4EACA-97BE-F006-45F2-8B86FB9BEC8F}"/>
              </a:ext>
            </a:extLst>
          </p:cNvPr>
          <p:cNvSpPr/>
          <p:nvPr/>
        </p:nvSpPr>
        <p:spPr>
          <a:xfrm>
            <a:off x="0" y="2468880"/>
            <a:ext cx="9144000" cy="4572"/>
          </a:xfrm>
          <a:prstGeom prst="rect">
            <a:avLst/>
          </a:prstGeom>
          <a:solidFill>
            <a:srgbClr val="0A2040"/>
          </a:solidFill>
          <a:ln w="3810">
            <a:solidFill>
              <a:srgbClr val="0A20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>
            <a:extLst>
              <a:ext uri="{FF2B5EF4-FFF2-40B4-BE49-F238E27FC236}">
                <a16:creationId xmlns:a16="http://schemas.microsoft.com/office/drawing/2014/main" id="{3E4B0ADA-ED02-DFA0-02B3-CBF03484C16B}"/>
              </a:ext>
            </a:extLst>
          </p:cNvPr>
          <p:cNvSpPr/>
          <p:nvPr/>
        </p:nvSpPr>
        <p:spPr>
          <a:xfrm>
            <a:off x="0" y="3291840"/>
            <a:ext cx="9144000" cy="4572"/>
          </a:xfrm>
          <a:prstGeom prst="rect">
            <a:avLst/>
          </a:prstGeom>
          <a:solidFill>
            <a:srgbClr val="0A2040"/>
          </a:solidFill>
          <a:ln w="3810">
            <a:solidFill>
              <a:srgbClr val="0A20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>
            <a:extLst>
              <a:ext uri="{FF2B5EF4-FFF2-40B4-BE49-F238E27FC236}">
                <a16:creationId xmlns:a16="http://schemas.microsoft.com/office/drawing/2014/main" id="{5721DD09-C0C5-7E54-A5AE-DD276E945EF0}"/>
              </a:ext>
            </a:extLst>
          </p:cNvPr>
          <p:cNvSpPr/>
          <p:nvPr/>
        </p:nvSpPr>
        <p:spPr>
          <a:xfrm>
            <a:off x="0" y="4114800"/>
            <a:ext cx="9144000" cy="4572"/>
          </a:xfrm>
          <a:prstGeom prst="rect">
            <a:avLst/>
          </a:prstGeom>
          <a:solidFill>
            <a:srgbClr val="0A2040"/>
          </a:solidFill>
          <a:ln w="3810">
            <a:solidFill>
              <a:srgbClr val="0A20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>
            <a:extLst>
              <a:ext uri="{FF2B5EF4-FFF2-40B4-BE49-F238E27FC236}">
                <a16:creationId xmlns:a16="http://schemas.microsoft.com/office/drawing/2014/main" id="{3053904A-4C5F-9B04-16FD-2BC6B3B02C99}"/>
              </a:ext>
            </a:extLst>
          </p:cNvPr>
          <p:cNvSpPr/>
          <p:nvPr/>
        </p:nvSpPr>
        <p:spPr>
          <a:xfrm>
            <a:off x="0" y="4937760"/>
            <a:ext cx="9144000" cy="4572"/>
          </a:xfrm>
          <a:prstGeom prst="rect">
            <a:avLst/>
          </a:prstGeom>
          <a:solidFill>
            <a:srgbClr val="0A2040"/>
          </a:solidFill>
          <a:ln w="3810">
            <a:solidFill>
              <a:srgbClr val="0A20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>
            <a:extLst>
              <a:ext uri="{FF2B5EF4-FFF2-40B4-BE49-F238E27FC236}">
                <a16:creationId xmlns:a16="http://schemas.microsoft.com/office/drawing/2014/main" id="{D9820419-0FC4-D9B1-111F-0D4681E1C53E}"/>
              </a:ext>
            </a:extLst>
          </p:cNvPr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1" name="Shape 19">
            <a:extLst>
              <a:ext uri="{FF2B5EF4-FFF2-40B4-BE49-F238E27FC236}">
                <a16:creationId xmlns:a16="http://schemas.microsoft.com/office/drawing/2014/main" id="{B42ABE9C-3CDC-1BF2-4F94-E927D16522C3}"/>
              </a:ext>
            </a:extLst>
          </p:cNvPr>
          <p:cNvSpPr/>
          <p:nvPr/>
        </p:nvSpPr>
        <p:spPr>
          <a:xfrm>
            <a:off x="0" y="5093208"/>
            <a:ext cx="9144000" cy="50292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2" name="Shape 20">
            <a:extLst>
              <a:ext uri="{FF2B5EF4-FFF2-40B4-BE49-F238E27FC236}">
                <a16:creationId xmlns:a16="http://schemas.microsoft.com/office/drawing/2014/main" id="{236A3497-0F96-661B-4AAA-F5ECFB6F5506}"/>
              </a:ext>
            </a:extLst>
          </p:cNvPr>
          <p:cNvSpPr/>
          <p:nvPr/>
        </p:nvSpPr>
        <p:spPr>
          <a:xfrm>
            <a:off x="73152" y="64008"/>
            <a:ext cx="274320" cy="36576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3" name="Shape 21">
            <a:extLst>
              <a:ext uri="{FF2B5EF4-FFF2-40B4-BE49-F238E27FC236}">
                <a16:creationId xmlns:a16="http://schemas.microsoft.com/office/drawing/2014/main" id="{6C975C72-9760-82F3-E796-25AFEDC0D0B7}"/>
              </a:ext>
            </a:extLst>
          </p:cNvPr>
          <p:cNvSpPr/>
          <p:nvPr/>
        </p:nvSpPr>
        <p:spPr>
          <a:xfrm>
            <a:off x="73152" y="64008"/>
            <a:ext cx="36576" cy="22860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4" name="Shape 22">
            <a:extLst>
              <a:ext uri="{FF2B5EF4-FFF2-40B4-BE49-F238E27FC236}">
                <a16:creationId xmlns:a16="http://schemas.microsoft.com/office/drawing/2014/main" id="{78E8EDC1-2C76-DE4E-605E-2BB661625505}"/>
              </a:ext>
            </a:extLst>
          </p:cNvPr>
          <p:cNvSpPr/>
          <p:nvPr/>
        </p:nvSpPr>
        <p:spPr>
          <a:xfrm>
            <a:off x="8796528" y="64008"/>
            <a:ext cx="274320" cy="36576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5" name="Shape 23">
            <a:extLst>
              <a:ext uri="{FF2B5EF4-FFF2-40B4-BE49-F238E27FC236}">
                <a16:creationId xmlns:a16="http://schemas.microsoft.com/office/drawing/2014/main" id="{8B55CCDC-2692-2F34-7828-ADF3AD37AE55}"/>
              </a:ext>
            </a:extLst>
          </p:cNvPr>
          <p:cNvSpPr/>
          <p:nvPr/>
        </p:nvSpPr>
        <p:spPr>
          <a:xfrm>
            <a:off x="9034272" y="64008"/>
            <a:ext cx="36576" cy="22860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6" name="Shape 24">
            <a:extLst>
              <a:ext uri="{FF2B5EF4-FFF2-40B4-BE49-F238E27FC236}">
                <a16:creationId xmlns:a16="http://schemas.microsoft.com/office/drawing/2014/main" id="{C7290265-FCB5-B07C-A2B3-7355F6331165}"/>
              </a:ext>
            </a:extLst>
          </p:cNvPr>
          <p:cNvSpPr/>
          <p:nvPr/>
        </p:nvSpPr>
        <p:spPr>
          <a:xfrm>
            <a:off x="73152" y="5042916"/>
            <a:ext cx="274320" cy="36576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7" name="Shape 25">
            <a:extLst>
              <a:ext uri="{FF2B5EF4-FFF2-40B4-BE49-F238E27FC236}">
                <a16:creationId xmlns:a16="http://schemas.microsoft.com/office/drawing/2014/main" id="{C5046307-2994-5302-083C-56E096DFBBC7}"/>
              </a:ext>
            </a:extLst>
          </p:cNvPr>
          <p:cNvSpPr/>
          <p:nvPr/>
        </p:nvSpPr>
        <p:spPr>
          <a:xfrm>
            <a:off x="73152" y="4850892"/>
            <a:ext cx="36576" cy="22860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8" name="Shape 26">
            <a:extLst>
              <a:ext uri="{FF2B5EF4-FFF2-40B4-BE49-F238E27FC236}">
                <a16:creationId xmlns:a16="http://schemas.microsoft.com/office/drawing/2014/main" id="{D78716F1-EC25-ADF1-2777-2084B5A0D3D4}"/>
              </a:ext>
            </a:extLst>
          </p:cNvPr>
          <p:cNvSpPr/>
          <p:nvPr/>
        </p:nvSpPr>
        <p:spPr>
          <a:xfrm>
            <a:off x="8796528" y="5042916"/>
            <a:ext cx="274320" cy="36576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9" name="Shape 27">
            <a:extLst>
              <a:ext uri="{FF2B5EF4-FFF2-40B4-BE49-F238E27FC236}">
                <a16:creationId xmlns:a16="http://schemas.microsoft.com/office/drawing/2014/main" id="{0CEA596F-0FC8-1BBC-11CA-9ABBD8A9F39F}"/>
              </a:ext>
            </a:extLst>
          </p:cNvPr>
          <p:cNvSpPr/>
          <p:nvPr/>
        </p:nvSpPr>
        <p:spPr>
          <a:xfrm>
            <a:off x="9034272" y="4850892"/>
            <a:ext cx="36576" cy="22860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30" name="Shape 28">
            <a:extLst>
              <a:ext uri="{FF2B5EF4-FFF2-40B4-BE49-F238E27FC236}">
                <a16:creationId xmlns:a16="http://schemas.microsoft.com/office/drawing/2014/main" id="{728B9393-7C5B-5974-FE33-EEE3DBD0424A}"/>
              </a:ext>
            </a:extLst>
          </p:cNvPr>
          <p:cNvSpPr/>
          <p:nvPr/>
        </p:nvSpPr>
        <p:spPr>
          <a:xfrm>
            <a:off x="182880" y="109728"/>
            <a:ext cx="960120" cy="475488"/>
          </a:xfrm>
          <a:prstGeom prst="ellipse">
            <a:avLst/>
          </a:prstGeom>
          <a:solidFill>
            <a:srgbClr val="1C0E00"/>
          </a:solidFill>
          <a:ln w="17780">
            <a:solidFill>
              <a:srgbClr val="FF9500"/>
            </a:solidFill>
            <a:prstDash val="soli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31" name="Text 29">
            <a:extLst>
              <a:ext uri="{FF2B5EF4-FFF2-40B4-BE49-F238E27FC236}">
                <a16:creationId xmlns:a16="http://schemas.microsoft.com/office/drawing/2014/main" id="{DDCE8270-E528-16CF-3BD0-52F8D185E2F1}"/>
              </a:ext>
            </a:extLst>
          </p:cNvPr>
          <p:cNvSpPr/>
          <p:nvPr/>
        </p:nvSpPr>
        <p:spPr>
          <a:xfrm>
            <a:off x="182880" y="109728"/>
            <a:ext cx="960120" cy="475488"/>
          </a:xfrm>
          <a:prstGeom prst="rect">
            <a:avLst/>
          </a:prstGeom>
          <a:noFill/>
          <a:ln/>
          <a:effectLst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95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POWER</a:t>
            </a:r>
            <a:endParaRPr lang="en-US" sz="800" dirty="0"/>
          </a:p>
          <a:p>
            <a:pPr marL="0" indent="0" algn="ctr">
              <a:buNone/>
            </a:pPr>
            <a:r>
              <a:rPr lang="en-US" sz="800" b="1" dirty="0">
                <a:solidFill>
                  <a:srgbClr val="FF95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</a:t>
            </a:r>
            <a:endParaRPr lang="en-US" sz="800" dirty="0"/>
          </a:p>
        </p:txBody>
      </p:sp>
      <p:sp>
        <p:nvSpPr>
          <p:cNvPr id="33" name="Text 31">
            <a:extLst>
              <a:ext uri="{FF2B5EF4-FFF2-40B4-BE49-F238E27FC236}">
                <a16:creationId xmlns:a16="http://schemas.microsoft.com/office/drawing/2014/main" id="{A866331B-0EF7-9EE9-0EDC-DC686646219B}"/>
              </a:ext>
            </a:extLst>
          </p:cNvPr>
          <p:cNvSpPr/>
          <p:nvPr/>
        </p:nvSpPr>
        <p:spPr>
          <a:xfrm>
            <a:off x="3246120" y="109728"/>
            <a:ext cx="1920240" cy="266273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endParaRPr lang="en-US" sz="900" dirty="0"/>
          </a:p>
        </p:txBody>
      </p:sp>
      <p:sp>
        <p:nvSpPr>
          <p:cNvPr id="39" name="Text 37">
            <a:extLst>
              <a:ext uri="{FF2B5EF4-FFF2-40B4-BE49-F238E27FC236}">
                <a16:creationId xmlns:a16="http://schemas.microsoft.com/office/drawing/2014/main" id="{EE4D2B05-52AB-1527-4617-A2E8AE0215FF}"/>
              </a:ext>
            </a:extLst>
          </p:cNvPr>
          <p:cNvSpPr/>
          <p:nvPr/>
        </p:nvSpPr>
        <p:spPr>
          <a:xfrm>
            <a:off x="256032" y="786384"/>
            <a:ext cx="2011680" cy="256032"/>
          </a:xfrm>
          <a:prstGeom prst="rect">
            <a:avLst/>
          </a:prstGeom>
          <a:noFill/>
          <a:ln/>
          <a:effectLst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b="1" kern="0" spc="300" dirty="0">
                <a:solidFill>
                  <a:srgbClr val="6688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TOP MODULE</a:t>
            </a:r>
            <a:endParaRPr lang="en-US" sz="750" dirty="0"/>
          </a:p>
        </p:txBody>
      </p:sp>
      <p:sp>
        <p:nvSpPr>
          <p:cNvPr id="40" name="Shape 38">
            <a:extLst>
              <a:ext uri="{FF2B5EF4-FFF2-40B4-BE49-F238E27FC236}">
                <a16:creationId xmlns:a16="http://schemas.microsoft.com/office/drawing/2014/main" id="{1F712037-7644-2E63-F551-BC166323BCE7}"/>
              </a:ext>
            </a:extLst>
          </p:cNvPr>
          <p:cNvSpPr/>
          <p:nvPr/>
        </p:nvSpPr>
        <p:spPr>
          <a:xfrm>
            <a:off x="411480" y="896112"/>
            <a:ext cx="1783080" cy="804672"/>
          </a:xfrm>
          <a:prstGeom prst="rect">
            <a:avLst/>
          </a:prstGeom>
          <a:solidFill>
            <a:srgbClr val="0B2850"/>
          </a:solidFill>
          <a:ln w="15240">
            <a:solidFill>
              <a:srgbClr val="2B7AE0"/>
            </a:solidFill>
            <a:prstDash val="soli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41" name="Text 39">
            <a:extLst>
              <a:ext uri="{FF2B5EF4-FFF2-40B4-BE49-F238E27FC236}">
                <a16:creationId xmlns:a16="http://schemas.microsoft.com/office/drawing/2014/main" id="{EA37CADA-66BE-3F0A-C29D-9F3F7D14B798}"/>
              </a:ext>
            </a:extLst>
          </p:cNvPr>
          <p:cNvSpPr/>
          <p:nvPr/>
        </p:nvSpPr>
        <p:spPr>
          <a:xfrm>
            <a:off x="411480" y="896112"/>
            <a:ext cx="1783080" cy="450616"/>
          </a:xfrm>
          <a:prstGeom prst="rect">
            <a:avLst/>
          </a:prstGeom>
          <a:noFill/>
          <a:ln/>
          <a:effectLst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BOOT FSM</a:t>
            </a:r>
            <a:endParaRPr lang="en-US" sz="900" dirty="0"/>
          </a:p>
        </p:txBody>
      </p:sp>
      <p:sp>
        <p:nvSpPr>
          <p:cNvPr id="42" name="Text 40">
            <a:extLst>
              <a:ext uri="{FF2B5EF4-FFF2-40B4-BE49-F238E27FC236}">
                <a16:creationId xmlns:a16="http://schemas.microsoft.com/office/drawing/2014/main" id="{32FC1C6F-A4F2-3891-3128-0CF466B54EE4}"/>
              </a:ext>
            </a:extLst>
          </p:cNvPr>
          <p:cNvSpPr/>
          <p:nvPr/>
        </p:nvSpPr>
        <p:spPr>
          <a:xfrm>
            <a:off x="411480" y="1314541"/>
            <a:ext cx="1783080" cy="386243"/>
          </a:xfrm>
          <a:prstGeom prst="rect">
            <a:avLst/>
          </a:prstGeom>
          <a:noFill/>
          <a:ln/>
          <a:effectLst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00" i="1" dirty="0">
                <a:solidFill>
                  <a:srgbClr val="6688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Controller</a:t>
            </a:r>
            <a:endParaRPr lang="en-US" sz="700" dirty="0"/>
          </a:p>
        </p:txBody>
      </p:sp>
      <p:sp>
        <p:nvSpPr>
          <p:cNvPr id="43" name="Shape 41">
            <a:extLst>
              <a:ext uri="{FF2B5EF4-FFF2-40B4-BE49-F238E27FC236}">
                <a16:creationId xmlns:a16="http://schemas.microsoft.com/office/drawing/2014/main" id="{B4B780D4-7298-FA7C-652E-A0AED3F91ADC}"/>
              </a:ext>
            </a:extLst>
          </p:cNvPr>
          <p:cNvSpPr/>
          <p:nvPr/>
        </p:nvSpPr>
        <p:spPr>
          <a:xfrm>
            <a:off x="3291840" y="1481328"/>
            <a:ext cx="2560320" cy="1115568"/>
          </a:xfrm>
          <a:prstGeom prst="ellipse">
            <a:avLst/>
          </a:prstGeom>
          <a:solidFill>
            <a:srgbClr val="200840"/>
          </a:solidFill>
          <a:ln w="19050">
            <a:solidFill>
              <a:srgbClr val="8844EE"/>
            </a:solidFill>
            <a:prstDash val="soli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44" name="Text 42">
            <a:extLst>
              <a:ext uri="{FF2B5EF4-FFF2-40B4-BE49-F238E27FC236}">
                <a16:creationId xmlns:a16="http://schemas.microsoft.com/office/drawing/2014/main" id="{20ED93BF-D9F9-208D-B14D-65DCD0CCBE00}"/>
              </a:ext>
            </a:extLst>
          </p:cNvPr>
          <p:cNvSpPr/>
          <p:nvPr/>
        </p:nvSpPr>
        <p:spPr>
          <a:xfrm>
            <a:off x="3291840" y="1481328"/>
            <a:ext cx="2560320" cy="1115568"/>
          </a:xfrm>
          <a:prstGeom prst="rect">
            <a:avLst/>
          </a:prstGeom>
          <a:noFill/>
          <a:ln/>
          <a:effectLst/>
        </p:spPr>
        <p:txBody>
          <a:bodyPr wrap="square" rtlCol="0" anchor="ctr"/>
          <a:lstStyle/>
          <a:p>
            <a:pPr algn="ctr"/>
            <a:r>
              <a:rPr lang="en-US" sz="900" b="1" dirty="0">
                <a:solidFill>
                  <a:srgbClr val="6688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AUTH ENGINE</a:t>
            </a:r>
            <a:endParaRPr lang="en-US" sz="900" dirty="0"/>
          </a:p>
          <a:p>
            <a:pPr algn="ctr"/>
            <a:r>
              <a:rPr lang="en-US" sz="900" b="1" dirty="0">
                <a:solidFill>
                  <a:schemeClr val="accent4">
                    <a:lumMod val="60000"/>
                    <a:lumOff val="40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[KEY LOADED]</a:t>
            </a:r>
            <a:endParaRPr lang="en-US" sz="900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45" name="Shape 43">
            <a:extLst>
              <a:ext uri="{FF2B5EF4-FFF2-40B4-BE49-F238E27FC236}">
                <a16:creationId xmlns:a16="http://schemas.microsoft.com/office/drawing/2014/main" id="{5176010D-288C-8256-D645-B2440AA29E8C}"/>
              </a:ext>
            </a:extLst>
          </p:cNvPr>
          <p:cNvSpPr/>
          <p:nvPr/>
        </p:nvSpPr>
        <p:spPr>
          <a:xfrm>
            <a:off x="411480" y="2834640"/>
            <a:ext cx="1783080" cy="804672"/>
          </a:xfrm>
          <a:prstGeom prst="rect">
            <a:avLst/>
          </a:prstGeom>
          <a:solidFill>
            <a:srgbClr val="012018"/>
          </a:solidFill>
          <a:ln w="15240">
            <a:solidFill>
              <a:srgbClr val="00B860"/>
            </a:solidFill>
            <a:prstDash val="soli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46" name="Text 44">
            <a:extLst>
              <a:ext uri="{FF2B5EF4-FFF2-40B4-BE49-F238E27FC236}">
                <a16:creationId xmlns:a16="http://schemas.microsoft.com/office/drawing/2014/main" id="{8A7E4223-6C41-B6DB-165C-4159A2DD05D8}"/>
              </a:ext>
            </a:extLst>
          </p:cNvPr>
          <p:cNvSpPr/>
          <p:nvPr/>
        </p:nvSpPr>
        <p:spPr>
          <a:xfrm>
            <a:off x="411480" y="2834640"/>
            <a:ext cx="1783080" cy="450616"/>
          </a:xfrm>
          <a:prstGeom prst="rect">
            <a:avLst/>
          </a:prstGeom>
          <a:noFill/>
          <a:ln/>
          <a:effectLst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POLICY</a:t>
            </a:r>
            <a:endParaRPr lang="en-US" sz="900" dirty="0"/>
          </a:p>
        </p:txBody>
      </p:sp>
      <p:sp>
        <p:nvSpPr>
          <p:cNvPr id="47" name="Text 45">
            <a:extLst>
              <a:ext uri="{FF2B5EF4-FFF2-40B4-BE49-F238E27FC236}">
                <a16:creationId xmlns:a16="http://schemas.microsoft.com/office/drawing/2014/main" id="{A3222556-CE31-037D-8505-48F5CFAAF811}"/>
              </a:ext>
            </a:extLst>
          </p:cNvPr>
          <p:cNvSpPr/>
          <p:nvPr/>
        </p:nvSpPr>
        <p:spPr>
          <a:xfrm>
            <a:off x="411480" y="3253069"/>
            <a:ext cx="1783080" cy="386243"/>
          </a:xfrm>
          <a:prstGeom prst="rect">
            <a:avLst/>
          </a:prstGeom>
          <a:noFill/>
          <a:ln/>
          <a:effectLst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00" i="1" dirty="0">
                <a:solidFill>
                  <a:srgbClr val="6688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Engine</a:t>
            </a:r>
            <a:endParaRPr lang="en-US" sz="700" dirty="0"/>
          </a:p>
        </p:txBody>
      </p:sp>
      <p:sp>
        <p:nvSpPr>
          <p:cNvPr id="48" name="Shape 46">
            <a:extLst>
              <a:ext uri="{FF2B5EF4-FFF2-40B4-BE49-F238E27FC236}">
                <a16:creationId xmlns:a16="http://schemas.microsoft.com/office/drawing/2014/main" id="{21630F8A-325F-D664-3E03-2A27A52960F6}"/>
              </a:ext>
            </a:extLst>
          </p:cNvPr>
          <p:cNvSpPr/>
          <p:nvPr/>
        </p:nvSpPr>
        <p:spPr>
          <a:xfrm>
            <a:off x="3529584" y="2896088"/>
            <a:ext cx="1975104" cy="804672"/>
          </a:xfrm>
          <a:prstGeom prst="rect">
            <a:avLst/>
          </a:prstGeom>
          <a:solidFill>
            <a:srgbClr val="251000"/>
          </a:solidFill>
          <a:ln w="15240">
            <a:solidFill>
              <a:srgbClr val="CC6600"/>
            </a:solidFill>
            <a:prstDash val="soli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49" name="Text 47">
            <a:extLst>
              <a:ext uri="{FF2B5EF4-FFF2-40B4-BE49-F238E27FC236}">
                <a16:creationId xmlns:a16="http://schemas.microsoft.com/office/drawing/2014/main" id="{FBB0E8D0-0114-2016-1B43-93FA422BBA90}"/>
              </a:ext>
            </a:extLst>
          </p:cNvPr>
          <p:cNvSpPr/>
          <p:nvPr/>
        </p:nvSpPr>
        <p:spPr>
          <a:xfrm>
            <a:off x="3529584" y="2896088"/>
            <a:ext cx="1975104" cy="450616"/>
          </a:xfrm>
          <a:prstGeom prst="rect">
            <a:avLst/>
          </a:prstGeom>
          <a:noFill/>
          <a:ln/>
          <a:effectLst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RETRY</a:t>
            </a:r>
            <a:endParaRPr lang="en-US" sz="900" dirty="0"/>
          </a:p>
        </p:txBody>
      </p:sp>
      <p:sp>
        <p:nvSpPr>
          <p:cNvPr id="50" name="Text 48">
            <a:extLst>
              <a:ext uri="{FF2B5EF4-FFF2-40B4-BE49-F238E27FC236}">
                <a16:creationId xmlns:a16="http://schemas.microsoft.com/office/drawing/2014/main" id="{91DBAFE1-2AFA-6C87-8D68-BB49D73CB05C}"/>
              </a:ext>
            </a:extLst>
          </p:cNvPr>
          <p:cNvSpPr/>
          <p:nvPr/>
        </p:nvSpPr>
        <p:spPr>
          <a:xfrm>
            <a:off x="3529584" y="3355157"/>
            <a:ext cx="1975104" cy="386243"/>
          </a:xfrm>
          <a:prstGeom prst="rect">
            <a:avLst/>
          </a:prstGeom>
          <a:noFill/>
          <a:ln/>
          <a:effectLst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00" i="1" dirty="0">
                <a:solidFill>
                  <a:srgbClr val="6688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Counter</a:t>
            </a:r>
            <a:endParaRPr lang="en-US" sz="700" dirty="0"/>
          </a:p>
        </p:txBody>
      </p:sp>
      <p:sp>
        <p:nvSpPr>
          <p:cNvPr id="51" name="Shape 49">
            <a:extLst>
              <a:ext uri="{FF2B5EF4-FFF2-40B4-BE49-F238E27FC236}">
                <a16:creationId xmlns:a16="http://schemas.microsoft.com/office/drawing/2014/main" id="{7D4C083D-DAD8-9F62-2087-F7706C52C02D}"/>
              </a:ext>
            </a:extLst>
          </p:cNvPr>
          <p:cNvSpPr/>
          <p:nvPr/>
        </p:nvSpPr>
        <p:spPr>
          <a:xfrm>
            <a:off x="6748272" y="2834640"/>
            <a:ext cx="1828800" cy="804672"/>
          </a:xfrm>
          <a:prstGeom prst="rect">
            <a:avLst/>
          </a:prstGeom>
          <a:solidFill>
            <a:srgbClr val="250000"/>
          </a:solidFill>
          <a:ln w="15240">
            <a:solidFill>
              <a:srgbClr val="CC1122"/>
            </a:solidFill>
            <a:prstDash val="soli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52" name="Text 50">
            <a:extLst>
              <a:ext uri="{FF2B5EF4-FFF2-40B4-BE49-F238E27FC236}">
                <a16:creationId xmlns:a16="http://schemas.microsoft.com/office/drawing/2014/main" id="{A8A5D79A-D090-067C-6739-9D4C1678758A}"/>
              </a:ext>
            </a:extLst>
          </p:cNvPr>
          <p:cNvSpPr/>
          <p:nvPr/>
        </p:nvSpPr>
        <p:spPr>
          <a:xfrm>
            <a:off x="6748272" y="2834640"/>
            <a:ext cx="1828800" cy="450616"/>
          </a:xfrm>
          <a:prstGeom prst="rect">
            <a:avLst/>
          </a:prstGeom>
          <a:noFill/>
          <a:ln/>
          <a:effectLst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LOCKDOWN</a:t>
            </a:r>
            <a:endParaRPr lang="en-US" sz="900" dirty="0"/>
          </a:p>
        </p:txBody>
      </p:sp>
      <p:sp>
        <p:nvSpPr>
          <p:cNvPr id="53" name="Text 51">
            <a:extLst>
              <a:ext uri="{FF2B5EF4-FFF2-40B4-BE49-F238E27FC236}">
                <a16:creationId xmlns:a16="http://schemas.microsoft.com/office/drawing/2014/main" id="{C661DC94-A4FA-4FCB-ED99-39276E08ADC5}"/>
              </a:ext>
            </a:extLst>
          </p:cNvPr>
          <p:cNvSpPr/>
          <p:nvPr/>
        </p:nvSpPr>
        <p:spPr>
          <a:xfrm>
            <a:off x="6748272" y="3253069"/>
            <a:ext cx="1828800" cy="386243"/>
          </a:xfrm>
          <a:prstGeom prst="rect">
            <a:avLst/>
          </a:prstGeom>
          <a:noFill/>
          <a:ln/>
          <a:effectLst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00" i="1" dirty="0">
                <a:solidFill>
                  <a:srgbClr val="6688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Control</a:t>
            </a:r>
            <a:endParaRPr lang="en-US" sz="700" dirty="0"/>
          </a:p>
        </p:txBody>
      </p:sp>
      <p:sp>
        <p:nvSpPr>
          <p:cNvPr id="54" name="Shape 52">
            <a:extLst>
              <a:ext uri="{FF2B5EF4-FFF2-40B4-BE49-F238E27FC236}">
                <a16:creationId xmlns:a16="http://schemas.microsoft.com/office/drawing/2014/main" id="{0565E69C-2B0F-6669-A0E7-C3CC6C5BE73F}"/>
              </a:ext>
            </a:extLst>
          </p:cNvPr>
          <p:cNvSpPr/>
          <p:nvPr/>
        </p:nvSpPr>
        <p:spPr>
          <a:xfrm>
            <a:off x="2194560" y="4206240"/>
            <a:ext cx="4754880" cy="548640"/>
          </a:xfrm>
          <a:prstGeom prst="rect">
            <a:avLst/>
          </a:prstGeom>
          <a:solidFill>
            <a:srgbClr val="001E0E">
              <a:alpha val="90000"/>
            </a:srgbClr>
          </a:solidFill>
          <a:ln w="17780">
            <a:solidFill>
              <a:srgbClr val="00CC66"/>
            </a:solidFill>
            <a:prstDash val="soli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55" name="Text 53">
            <a:extLst>
              <a:ext uri="{FF2B5EF4-FFF2-40B4-BE49-F238E27FC236}">
                <a16:creationId xmlns:a16="http://schemas.microsoft.com/office/drawing/2014/main" id="{D27EB27E-81EE-072F-8359-060B56C125F0}"/>
              </a:ext>
            </a:extLst>
          </p:cNvPr>
          <p:cNvSpPr/>
          <p:nvPr/>
        </p:nvSpPr>
        <p:spPr>
          <a:xfrm>
            <a:off x="2194560" y="4206240"/>
            <a:ext cx="4754880" cy="548640"/>
          </a:xfrm>
          <a:prstGeom prst="rect">
            <a:avLst/>
          </a:prstGeom>
          <a:noFill/>
          <a:ln/>
          <a:effectLst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CC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DEVICE TO BE AUTHENTICATED</a:t>
            </a:r>
            <a:endParaRPr lang="en-US" sz="1000" dirty="0"/>
          </a:p>
        </p:txBody>
      </p:sp>
      <p:sp>
        <p:nvSpPr>
          <p:cNvPr id="38" name="Shape 54">
            <a:extLst>
              <a:ext uri="{FF2B5EF4-FFF2-40B4-BE49-F238E27FC236}">
                <a16:creationId xmlns:a16="http://schemas.microsoft.com/office/drawing/2014/main" id="{5835B255-A3D7-E4AF-8022-1300A36FC842}"/>
              </a:ext>
            </a:extLst>
          </p:cNvPr>
          <p:cNvSpPr/>
          <p:nvPr/>
        </p:nvSpPr>
        <p:spPr>
          <a:xfrm>
            <a:off x="662940" y="585216"/>
            <a:ext cx="0" cy="281087"/>
          </a:xfrm>
          <a:prstGeom prst="line">
            <a:avLst/>
          </a:prstGeom>
          <a:noFill/>
          <a:ln w="22860">
            <a:solidFill>
              <a:srgbClr val="FF9500">
                <a:alpha val="95000"/>
              </a:srgbClr>
            </a:solidFill>
            <a:prstDash val="solid"/>
            <a:tailEnd type="triangle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60" name="Text 55">
            <a:extLst>
              <a:ext uri="{FF2B5EF4-FFF2-40B4-BE49-F238E27FC236}">
                <a16:creationId xmlns:a16="http://schemas.microsoft.com/office/drawing/2014/main" id="{9BFE8C48-6769-5769-9393-8584254CFBEC}"/>
              </a:ext>
            </a:extLst>
          </p:cNvPr>
          <p:cNvSpPr/>
          <p:nvPr/>
        </p:nvSpPr>
        <p:spPr>
          <a:xfrm>
            <a:off x="961898" y="585216"/>
            <a:ext cx="1005840" cy="228600"/>
          </a:xfrm>
          <a:prstGeom prst="rect">
            <a:avLst/>
          </a:prstGeom>
          <a:solidFill>
            <a:srgbClr val="041020"/>
          </a:solidFill>
          <a:ln w="8890">
            <a:solidFill>
              <a:srgbClr val="FF9500"/>
            </a:solidFill>
          </a:ln>
          <a:effectLst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95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Boot request</a:t>
            </a:r>
            <a:endParaRPr lang="en-US" sz="750" dirty="0"/>
          </a:p>
        </p:txBody>
      </p:sp>
      <p:sp>
        <p:nvSpPr>
          <p:cNvPr id="56" name="Shape 64"/>
          <p:cNvSpPr/>
          <p:nvPr/>
        </p:nvSpPr>
        <p:spPr>
          <a:xfrm>
            <a:off x="7150608" y="84406"/>
            <a:ext cx="1883664" cy="365760"/>
          </a:xfrm>
          <a:prstGeom prst="rect">
            <a:avLst/>
          </a:prstGeom>
          <a:solidFill>
            <a:srgbClr val="071830"/>
          </a:solidFill>
          <a:ln w="12700">
            <a:solidFill>
              <a:srgbClr val="FFD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7" name="Text 65"/>
          <p:cNvSpPr/>
          <p:nvPr/>
        </p:nvSpPr>
        <p:spPr>
          <a:xfrm>
            <a:off x="7150608" y="84406"/>
            <a:ext cx="188366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D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08 · SECURE KEY</a:t>
            </a:r>
            <a:endParaRPr lang="en-US" sz="700" dirty="0"/>
          </a:p>
        </p:txBody>
      </p:sp>
      <p:sp>
        <p:nvSpPr>
          <p:cNvPr id="57" name="Shape 66"/>
          <p:cNvSpPr/>
          <p:nvPr/>
        </p:nvSpPr>
        <p:spPr>
          <a:xfrm>
            <a:off x="109728" y="4668012"/>
            <a:ext cx="2007108" cy="347472"/>
          </a:xfrm>
          <a:prstGeom prst="rect">
            <a:avLst/>
          </a:prstGeom>
          <a:solidFill>
            <a:srgbClr val="071830"/>
          </a:solidFill>
          <a:ln w="10160">
            <a:solidFill>
              <a:srgbClr val="FFD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Text 67"/>
          <p:cNvSpPr/>
          <p:nvPr/>
        </p:nvSpPr>
        <p:spPr>
          <a:xfrm>
            <a:off x="109728" y="4668012"/>
            <a:ext cx="2007108" cy="347472"/>
          </a:xfrm>
          <a:prstGeom prst="rect">
            <a:avLst/>
          </a:prstGeom>
          <a:noFill/>
          <a:ln/>
        </p:spPr>
        <p:txBody>
          <a:bodyPr wrap="square" lIns="0" tIns="7620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FFD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 Secure Key fetched → Auth Engine ]</a:t>
            </a:r>
            <a:endParaRPr lang="en-US" sz="800" dirty="0"/>
          </a:p>
        </p:txBody>
      </p:sp>
      <p:sp>
        <p:nvSpPr>
          <p:cNvPr id="77" name="Shape 56">
            <a:extLst>
              <a:ext uri="{FF2B5EF4-FFF2-40B4-BE49-F238E27FC236}">
                <a16:creationId xmlns:a16="http://schemas.microsoft.com/office/drawing/2014/main" id="{A1974098-F16C-E023-5304-79ED1221C0E8}"/>
              </a:ext>
            </a:extLst>
          </p:cNvPr>
          <p:cNvSpPr/>
          <p:nvPr/>
        </p:nvSpPr>
        <p:spPr>
          <a:xfrm>
            <a:off x="2194560" y="1298448"/>
            <a:ext cx="1120140" cy="505480"/>
          </a:xfrm>
          <a:prstGeom prst="line">
            <a:avLst/>
          </a:prstGeom>
          <a:noFill/>
          <a:ln w="22860">
            <a:solidFill>
              <a:srgbClr val="00D4FF">
                <a:alpha val="95000"/>
              </a:srgbClr>
            </a:solidFill>
            <a:prstDash val="solid"/>
            <a:tailEnd type="triangle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8" name="Text 57">
            <a:extLst>
              <a:ext uri="{FF2B5EF4-FFF2-40B4-BE49-F238E27FC236}">
                <a16:creationId xmlns:a16="http://schemas.microsoft.com/office/drawing/2014/main" id="{962CA4A3-FA67-1F86-CA95-34DFBE43BB03}"/>
              </a:ext>
            </a:extLst>
          </p:cNvPr>
          <p:cNvSpPr/>
          <p:nvPr/>
        </p:nvSpPr>
        <p:spPr>
          <a:xfrm>
            <a:off x="2590038" y="1189401"/>
            <a:ext cx="868680" cy="219456"/>
          </a:xfrm>
          <a:prstGeom prst="rect">
            <a:avLst/>
          </a:prstGeom>
          <a:solidFill>
            <a:srgbClr val="041020"/>
          </a:solidFill>
          <a:ln w="8890">
            <a:solidFill>
              <a:srgbClr val="00D4FF"/>
            </a:solidFill>
          </a:ln>
          <a:effectLst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auth_start</a:t>
            </a:r>
            <a:endParaRPr lang="en-US" sz="750" dirty="0"/>
          </a:p>
        </p:txBody>
      </p:sp>
      <p:sp>
        <p:nvSpPr>
          <p:cNvPr id="79" name="Shape 30">
            <a:extLst>
              <a:ext uri="{FF2B5EF4-FFF2-40B4-BE49-F238E27FC236}">
                <a16:creationId xmlns:a16="http://schemas.microsoft.com/office/drawing/2014/main" id="{C38B5C5E-620A-4845-2C52-E10555DA4050}"/>
              </a:ext>
            </a:extLst>
          </p:cNvPr>
          <p:cNvSpPr/>
          <p:nvPr/>
        </p:nvSpPr>
        <p:spPr>
          <a:xfrm>
            <a:off x="3627120" y="109728"/>
            <a:ext cx="1920240" cy="475488"/>
          </a:xfrm>
          <a:prstGeom prst="rect">
            <a:avLst/>
          </a:prstGeom>
          <a:solidFill>
            <a:srgbClr val="180038"/>
          </a:solidFill>
          <a:ln w="15240">
            <a:solidFill>
              <a:srgbClr val="8844EE"/>
            </a:solidFill>
            <a:prstDash val="soli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80" name="Text 31">
            <a:extLst>
              <a:ext uri="{FF2B5EF4-FFF2-40B4-BE49-F238E27FC236}">
                <a16:creationId xmlns:a16="http://schemas.microsoft.com/office/drawing/2014/main" id="{54A7C8DD-65E3-E2D2-FF6B-8F1E5C68D682}"/>
              </a:ext>
            </a:extLst>
          </p:cNvPr>
          <p:cNvSpPr/>
          <p:nvPr/>
        </p:nvSpPr>
        <p:spPr>
          <a:xfrm>
            <a:off x="3627120" y="109728"/>
            <a:ext cx="1920240" cy="266273"/>
          </a:xfrm>
          <a:prstGeom prst="rect">
            <a:avLst/>
          </a:prstGeom>
          <a:noFill/>
          <a:ln/>
          <a:effectLst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MEMORY</a:t>
            </a:r>
            <a:endParaRPr lang="en-US" sz="900" dirty="0"/>
          </a:p>
        </p:txBody>
      </p:sp>
      <p:sp>
        <p:nvSpPr>
          <p:cNvPr id="81" name="Text 32">
            <a:extLst>
              <a:ext uri="{FF2B5EF4-FFF2-40B4-BE49-F238E27FC236}">
                <a16:creationId xmlns:a16="http://schemas.microsoft.com/office/drawing/2014/main" id="{6F69715C-DA04-B6F6-C391-60CE477C14DB}"/>
              </a:ext>
            </a:extLst>
          </p:cNvPr>
          <p:cNvSpPr/>
          <p:nvPr/>
        </p:nvSpPr>
        <p:spPr>
          <a:xfrm>
            <a:off x="3627120" y="356982"/>
            <a:ext cx="1920240" cy="228234"/>
          </a:xfrm>
          <a:prstGeom prst="rect">
            <a:avLst/>
          </a:prstGeom>
          <a:noFill/>
          <a:ln/>
          <a:effectLst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00" i="1" dirty="0">
                <a:solidFill>
                  <a:srgbClr val="6688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DDR / Flash</a:t>
            </a:r>
            <a:endParaRPr lang="en-US" sz="700" dirty="0"/>
          </a:p>
        </p:txBody>
      </p:sp>
      <p:sp>
        <p:nvSpPr>
          <p:cNvPr id="82" name="Shape 33">
            <a:extLst>
              <a:ext uri="{FF2B5EF4-FFF2-40B4-BE49-F238E27FC236}">
                <a16:creationId xmlns:a16="http://schemas.microsoft.com/office/drawing/2014/main" id="{63B68E43-C1D7-7C43-6362-1D5C65257E79}"/>
              </a:ext>
            </a:extLst>
          </p:cNvPr>
          <p:cNvSpPr/>
          <p:nvPr/>
        </p:nvSpPr>
        <p:spPr>
          <a:xfrm>
            <a:off x="6752844" y="981710"/>
            <a:ext cx="1737360" cy="475488"/>
          </a:xfrm>
          <a:prstGeom prst="rect">
            <a:avLst/>
          </a:prstGeom>
          <a:solidFill>
            <a:srgbClr val="2A1E00"/>
          </a:solidFill>
          <a:ln w="15240">
            <a:solidFill>
              <a:srgbClr val="CC9900"/>
            </a:solidFill>
            <a:prstDash val="solid"/>
          </a:ln>
          <a:effectLst>
            <a:glow rad="76200">
              <a:srgbClr val="FFD700">
                <a:alpha val="45000"/>
              </a:srgbClr>
            </a:glow>
          </a:effectLst>
        </p:spPr>
        <p:txBody>
          <a:bodyPr/>
          <a:lstStyle/>
          <a:p>
            <a:endParaRPr lang="en-US"/>
          </a:p>
        </p:txBody>
      </p:sp>
      <p:sp>
        <p:nvSpPr>
          <p:cNvPr id="83" name="Text 34">
            <a:extLst>
              <a:ext uri="{FF2B5EF4-FFF2-40B4-BE49-F238E27FC236}">
                <a16:creationId xmlns:a16="http://schemas.microsoft.com/office/drawing/2014/main" id="{26910E04-0E2E-742E-93A5-852DB59D8368}"/>
              </a:ext>
            </a:extLst>
          </p:cNvPr>
          <p:cNvSpPr/>
          <p:nvPr/>
        </p:nvSpPr>
        <p:spPr>
          <a:xfrm>
            <a:off x="6752844" y="968715"/>
            <a:ext cx="1737360" cy="266273"/>
          </a:xfrm>
          <a:prstGeom prst="rect">
            <a:avLst/>
          </a:prstGeom>
          <a:noFill/>
          <a:ln/>
          <a:effectLst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SECURE KEY</a:t>
            </a:r>
            <a:endParaRPr lang="en-US" sz="900" dirty="0"/>
          </a:p>
        </p:txBody>
      </p:sp>
      <p:sp>
        <p:nvSpPr>
          <p:cNvPr id="84" name="Text 35">
            <a:extLst>
              <a:ext uri="{FF2B5EF4-FFF2-40B4-BE49-F238E27FC236}">
                <a16:creationId xmlns:a16="http://schemas.microsoft.com/office/drawing/2014/main" id="{37E103CB-3E27-8A2E-9E4D-FA1ABB65D1F4}"/>
              </a:ext>
            </a:extLst>
          </p:cNvPr>
          <p:cNvSpPr/>
          <p:nvPr/>
        </p:nvSpPr>
        <p:spPr>
          <a:xfrm>
            <a:off x="6752844" y="1228964"/>
            <a:ext cx="1737360" cy="228234"/>
          </a:xfrm>
          <a:prstGeom prst="rect">
            <a:avLst/>
          </a:prstGeom>
          <a:noFill/>
          <a:ln/>
          <a:effectLst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00" i="1" dirty="0">
                <a:solidFill>
                  <a:srgbClr val="6688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Storage</a:t>
            </a:r>
            <a:endParaRPr lang="en-US" sz="700" dirty="0"/>
          </a:p>
        </p:txBody>
      </p:sp>
      <p:sp>
        <p:nvSpPr>
          <p:cNvPr id="85" name="Shape 58">
            <a:extLst>
              <a:ext uri="{FF2B5EF4-FFF2-40B4-BE49-F238E27FC236}">
                <a16:creationId xmlns:a16="http://schemas.microsoft.com/office/drawing/2014/main" id="{D0764BEB-BE22-ED0E-CC32-3C9C36FFDAA0}"/>
              </a:ext>
            </a:extLst>
          </p:cNvPr>
          <p:cNvSpPr/>
          <p:nvPr/>
        </p:nvSpPr>
        <p:spPr>
          <a:xfrm flipH="1">
            <a:off x="4589702" y="591800"/>
            <a:ext cx="4572" cy="889528"/>
          </a:xfrm>
          <a:prstGeom prst="line">
            <a:avLst/>
          </a:prstGeom>
          <a:noFill/>
          <a:ln w="22860">
            <a:solidFill>
              <a:srgbClr val="9B4DFF">
                <a:alpha val="95000"/>
              </a:srgbClr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86" name="Text 59">
            <a:extLst>
              <a:ext uri="{FF2B5EF4-FFF2-40B4-BE49-F238E27FC236}">
                <a16:creationId xmlns:a16="http://schemas.microsoft.com/office/drawing/2014/main" id="{C74318BB-A916-420B-83AA-B5EDDAEF454F}"/>
              </a:ext>
            </a:extLst>
          </p:cNvPr>
          <p:cNvSpPr/>
          <p:nvPr/>
        </p:nvSpPr>
        <p:spPr>
          <a:xfrm>
            <a:off x="4655820" y="713232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9B4D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FW_Data</a:t>
            </a:r>
            <a:endParaRPr lang="en-US" sz="700" dirty="0"/>
          </a:p>
        </p:txBody>
      </p:sp>
      <p:sp>
        <p:nvSpPr>
          <p:cNvPr id="87" name="Text 60">
            <a:extLst>
              <a:ext uri="{FF2B5EF4-FFF2-40B4-BE49-F238E27FC236}">
                <a16:creationId xmlns:a16="http://schemas.microsoft.com/office/drawing/2014/main" id="{27FD679F-9606-F4DF-E7E1-C0307D76495B}"/>
              </a:ext>
            </a:extLst>
          </p:cNvPr>
          <p:cNvSpPr/>
          <p:nvPr/>
        </p:nvSpPr>
        <p:spPr>
          <a:xfrm>
            <a:off x="4655820" y="914400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9B4D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FW_Valid</a:t>
            </a:r>
            <a:endParaRPr lang="en-US" sz="700" dirty="0"/>
          </a:p>
        </p:txBody>
      </p:sp>
      <p:sp>
        <p:nvSpPr>
          <p:cNvPr id="88" name="Text 61">
            <a:extLst>
              <a:ext uri="{FF2B5EF4-FFF2-40B4-BE49-F238E27FC236}">
                <a16:creationId xmlns:a16="http://schemas.microsoft.com/office/drawing/2014/main" id="{305E011A-CB48-78B8-7A8E-B0CCE1898F9F}"/>
              </a:ext>
            </a:extLst>
          </p:cNvPr>
          <p:cNvSpPr/>
          <p:nvPr/>
        </p:nvSpPr>
        <p:spPr>
          <a:xfrm>
            <a:off x="4655820" y="1115568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9B4D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FW_last</a:t>
            </a:r>
            <a:endParaRPr lang="en-US" sz="700" dirty="0"/>
          </a:p>
        </p:txBody>
      </p:sp>
      <p:sp>
        <p:nvSpPr>
          <p:cNvPr id="89" name="Shape 62">
            <a:extLst>
              <a:ext uri="{FF2B5EF4-FFF2-40B4-BE49-F238E27FC236}">
                <a16:creationId xmlns:a16="http://schemas.microsoft.com/office/drawing/2014/main" id="{38A386AD-1BE5-E4F2-F3AE-1CDB86AA9514}"/>
              </a:ext>
            </a:extLst>
          </p:cNvPr>
          <p:cNvSpPr/>
          <p:nvPr/>
        </p:nvSpPr>
        <p:spPr>
          <a:xfrm flipH="1">
            <a:off x="5757672" y="1321856"/>
            <a:ext cx="995172" cy="491958"/>
          </a:xfrm>
          <a:prstGeom prst="line">
            <a:avLst/>
          </a:prstGeom>
          <a:noFill/>
          <a:ln w="22860">
            <a:solidFill>
              <a:srgbClr val="FFD000">
                <a:alpha val="95000"/>
              </a:srgbClr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90" name="Text 63">
            <a:extLst>
              <a:ext uri="{FF2B5EF4-FFF2-40B4-BE49-F238E27FC236}">
                <a16:creationId xmlns:a16="http://schemas.microsoft.com/office/drawing/2014/main" id="{93D23B9A-1F6C-B9A9-BB55-1B157D491AAF}"/>
              </a:ext>
            </a:extLst>
          </p:cNvPr>
          <p:cNvSpPr/>
          <p:nvPr/>
        </p:nvSpPr>
        <p:spPr>
          <a:xfrm>
            <a:off x="5422392" y="1170432"/>
            <a:ext cx="868680" cy="219456"/>
          </a:xfrm>
          <a:prstGeom prst="rect">
            <a:avLst/>
          </a:prstGeom>
          <a:solidFill>
            <a:srgbClr val="041020"/>
          </a:solidFill>
          <a:ln w="8890">
            <a:solidFill>
              <a:srgbClr val="FFD000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D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Secure Key</a:t>
            </a:r>
            <a:endParaRPr lang="en-US" sz="750" dirty="0"/>
          </a:p>
        </p:txBody>
      </p:sp>
    </p:spTree>
    <p:extLst>
      <p:ext uri="{BB962C8B-B14F-4D97-AF65-F5344CB8AC3E}">
        <p14:creationId xmlns:p14="http://schemas.microsoft.com/office/powerpoint/2010/main" val="340688030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med" p14:dur="700">
        <p159:morph option="byObject"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4102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82C0A41-9CA2-623B-D7C6-9B27D87338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50CD159D-89EE-5789-F73C-2BC38FF306D1}"/>
              </a:ext>
            </a:extLst>
          </p:cNvPr>
          <p:cNvSpPr/>
          <p:nvPr/>
        </p:nvSpPr>
        <p:spPr>
          <a:xfrm>
            <a:off x="0" y="0"/>
            <a:ext cx="4572" cy="5143500"/>
          </a:xfrm>
          <a:prstGeom prst="rect">
            <a:avLst/>
          </a:prstGeom>
          <a:solidFill>
            <a:srgbClr val="0A2040"/>
          </a:solidFill>
          <a:ln w="3810">
            <a:solidFill>
              <a:srgbClr val="0A20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61DF7D3F-0A4B-2328-555E-DEA17B678318}"/>
              </a:ext>
            </a:extLst>
          </p:cNvPr>
          <p:cNvSpPr/>
          <p:nvPr/>
        </p:nvSpPr>
        <p:spPr>
          <a:xfrm>
            <a:off x="914400" y="0"/>
            <a:ext cx="4572" cy="5143500"/>
          </a:xfrm>
          <a:prstGeom prst="rect">
            <a:avLst/>
          </a:prstGeom>
          <a:solidFill>
            <a:srgbClr val="0A2040"/>
          </a:solidFill>
          <a:ln w="3810">
            <a:solidFill>
              <a:srgbClr val="0A20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0FC6CF0A-F2D7-B01A-AA5F-6B4518E30C06}"/>
              </a:ext>
            </a:extLst>
          </p:cNvPr>
          <p:cNvSpPr/>
          <p:nvPr/>
        </p:nvSpPr>
        <p:spPr>
          <a:xfrm>
            <a:off x="1828800" y="0"/>
            <a:ext cx="4572" cy="5143500"/>
          </a:xfrm>
          <a:prstGeom prst="rect">
            <a:avLst/>
          </a:prstGeom>
          <a:solidFill>
            <a:srgbClr val="0A2040"/>
          </a:solidFill>
          <a:ln w="3810">
            <a:solidFill>
              <a:srgbClr val="0A20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16B8B295-E933-A7E0-F701-D07086837FBC}"/>
              </a:ext>
            </a:extLst>
          </p:cNvPr>
          <p:cNvSpPr/>
          <p:nvPr/>
        </p:nvSpPr>
        <p:spPr>
          <a:xfrm>
            <a:off x="2743200" y="0"/>
            <a:ext cx="4572" cy="5143500"/>
          </a:xfrm>
          <a:prstGeom prst="rect">
            <a:avLst/>
          </a:prstGeom>
          <a:solidFill>
            <a:srgbClr val="0A2040"/>
          </a:solidFill>
          <a:ln w="3810">
            <a:solidFill>
              <a:srgbClr val="0A20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F4A2C35F-FB11-1A43-A9C3-85E5CD1DDAD4}"/>
              </a:ext>
            </a:extLst>
          </p:cNvPr>
          <p:cNvSpPr/>
          <p:nvPr/>
        </p:nvSpPr>
        <p:spPr>
          <a:xfrm>
            <a:off x="3657600" y="0"/>
            <a:ext cx="4572" cy="5143500"/>
          </a:xfrm>
          <a:prstGeom prst="rect">
            <a:avLst/>
          </a:prstGeom>
          <a:solidFill>
            <a:srgbClr val="0A2040"/>
          </a:solidFill>
          <a:ln w="3810">
            <a:solidFill>
              <a:srgbClr val="0A20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52B1F8F9-689F-FA51-1AE8-D39F325ABF12}"/>
              </a:ext>
            </a:extLst>
          </p:cNvPr>
          <p:cNvSpPr/>
          <p:nvPr/>
        </p:nvSpPr>
        <p:spPr>
          <a:xfrm>
            <a:off x="4572000" y="0"/>
            <a:ext cx="4572" cy="5143500"/>
          </a:xfrm>
          <a:prstGeom prst="rect">
            <a:avLst/>
          </a:prstGeom>
          <a:solidFill>
            <a:srgbClr val="0A2040"/>
          </a:solidFill>
          <a:ln w="3810">
            <a:solidFill>
              <a:srgbClr val="0A20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9E9AB582-7B45-FA3B-F764-5499AECBE930}"/>
              </a:ext>
            </a:extLst>
          </p:cNvPr>
          <p:cNvSpPr/>
          <p:nvPr/>
        </p:nvSpPr>
        <p:spPr>
          <a:xfrm>
            <a:off x="5486400" y="0"/>
            <a:ext cx="4572" cy="5143500"/>
          </a:xfrm>
          <a:prstGeom prst="rect">
            <a:avLst/>
          </a:prstGeom>
          <a:solidFill>
            <a:srgbClr val="0A2040"/>
          </a:solidFill>
          <a:ln w="3810">
            <a:solidFill>
              <a:srgbClr val="0A20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D1A17A60-2F35-9EAA-0A20-B18AFEC51E50}"/>
              </a:ext>
            </a:extLst>
          </p:cNvPr>
          <p:cNvSpPr/>
          <p:nvPr/>
        </p:nvSpPr>
        <p:spPr>
          <a:xfrm>
            <a:off x="6400800" y="0"/>
            <a:ext cx="4572" cy="5143500"/>
          </a:xfrm>
          <a:prstGeom prst="rect">
            <a:avLst/>
          </a:prstGeom>
          <a:solidFill>
            <a:srgbClr val="0A2040"/>
          </a:solidFill>
          <a:ln w="3810">
            <a:solidFill>
              <a:srgbClr val="0A20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B79FC0B6-6D7F-0A7B-4AB8-9764F5A5B319}"/>
              </a:ext>
            </a:extLst>
          </p:cNvPr>
          <p:cNvSpPr/>
          <p:nvPr/>
        </p:nvSpPr>
        <p:spPr>
          <a:xfrm>
            <a:off x="7315200" y="0"/>
            <a:ext cx="4572" cy="5143500"/>
          </a:xfrm>
          <a:prstGeom prst="rect">
            <a:avLst/>
          </a:prstGeom>
          <a:solidFill>
            <a:srgbClr val="0A2040"/>
          </a:solidFill>
          <a:ln w="3810">
            <a:solidFill>
              <a:srgbClr val="0A20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6429DF4B-BF29-D378-DC0F-991607B94146}"/>
              </a:ext>
            </a:extLst>
          </p:cNvPr>
          <p:cNvSpPr/>
          <p:nvPr/>
        </p:nvSpPr>
        <p:spPr>
          <a:xfrm>
            <a:off x="8229600" y="0"/>
            <a:ext cx="4572" cy="5143500"/>
          </a:xfrm>
          <a:prstGeom prst="rect">
            <a:avLst/>
          </a:prstGeom>
          <a:solidFill>
            <a:srgbClr val="0A2040"/>
          </a:solidFill>
          <a:ln w="3810">
            <a:solidFill>
              <a:srgbClr val="0A20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118219B7-F8E3-8E79-A76F-9C66C643D73A}"/>
              </a:ext>
            </a:extLst>
          </p:cNvPr>
          <p:cNvSpPr/>
          <p:nvPr/>
        </p:nvSpPr>
        <p:spPr>
          <a:xfrm>
            <a:off x="9144000" y="0"/>
            <a:ext cx="4572" cy="5143500"/>
          </a:xfrm>
          <a:prstGeom prst="rect">
            <a:avLst/>
          </a:prstGeom>
          <a:solidFill>
            <a:srgbClr val="0A2040"/>
          </a:solidFill>
          <a:ln w="3810">
            <a:solidFill>
              <a:srgbClr val="0A20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09BAC4C1-DC65-DA3C-AC22-D82B66CDBB4E}"/>
              </a:ext>
            </a:extLst>
          </p:cNvPr>
          <p:cNvSpPr/>
          <p:nvPr/>
        </p:nvSpPr>
        <p:spPr>
          <a:xfrm>
            <a:off x="0" y="0"/>
            <a:ext cx="9144000" cy="4572"/>
          </a:xfrm>
          <a:prstGeom prst="rect">
            <a:avLst/>
          </a:prstGeom>
          <a:solidFill>
            <a:srgbClr val="0A2040"/>
          </a:solidFill>
          <a:ln w="3810">
            <a:solidFill>
              <a:srgbClr val="0A20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2655F8DA-7E7F-8753-7F6B-A554C2CACE2F}"/>
              </a:ext>
            </a:extLst>
          </p:cNvPr>
          <p:cNvSpPr/>
          <p:nvPr/>
        </p:nvSpPr>
        <p:spPr>
          <a:xfrm>
            <a:off x="0" y="822960"/>
            <a:ext cx="9144000" cy="4572"/>
          </a:xfrm>
          <a:prstGeom prst="rect">
            <a:avLst/>
          </a:prstGeom>
          <a:solidFill>
            <a:srgbClr val="0A2040"/>
          </a:solidFill>
          <a:ln w="3810">
            <a:solidFill>
              <a:srgbClr val="0A20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>
            <a:extLst>
              <a:ext uri="{FF2B5EF4-FFF2-40B4-BE49-F238E27FC236}">
                <a16:creationId xmlns:a16="http://schemas.microsoft.com/office/drawing/2014/main" id="{A3719EFA-9147-BE84-AF2C-FDE8C90417B2}"/>
              </a:ext>
            </a:extLst>
          </p:cNvPr>
          <p:cNvSpPr/>
          <p:nvPr/>
        </p:nvSpPr>
        <p:spPr>
          <a:xfrm>
            <a:off x="0" y="1645920"/>
            <a:ext cx="9144000" cy="4572"/>
          </a:xfrm>
          <a:prstGeom prst="rect">
            <a:avLst/>
          </a:prstGeom>
          <a:solidFill>
            <a:srgbClr val="0A2040"/>
          </a:solidFill>
          <a:ln w="3810">
            <a:solidFill>
              <a:srgbClr val="0A20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>
            <a:extLst>
              <a:ext uri="{FF2B5EF4-FFF2-40B4-BE49-F238E27FC236}">
                <a16:creationId xmlns:a16="http://schemas.microsoft.com/office/drawing/2014/main" id="{7E6992CA-1272-7951-A3A3-1C6E858D17BD}"/>
              </a:ext>
            </a:extLst>
          </p:cNvPr>
          <p:cNvSpPr/>
          <p:nvPr/>
        </p:nvSpPr>
        <p:spPr>
          <a:xfrm>
            <a:off x="0" y="2468880"/>
            <a:ext cx="9144000" cy="4572"/>
          </a:xfrm>
          <a:prstGeom prst="rect">
            <a:avLst/>
          </a:prstGeom>
          <a:solidFill>
            <a:srgbClr val="0A2040"/>
          </a:solidFill>
          <a:ln w="3810">
            <a:solidFill>
              <a:srgbClr val="0A20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>
            <a:extLst>
              <a:ext uri="{FF2B5EF4-FFF2-40B4-BE49-F238E27FC236}">
                <a16:creationId xmlns:a16="http://schemas.microsoft.com/office/drawing/2014/main" id="{27988624-B91C-A810-B482-6F29FCD3CBAE}"/>
              </a:ext>
            </a:extLst>
          </p:cNvPr>
          <p:cNvSpPr/>
          <p:nvPr/>
        </p:nvSpPr>
        <p:spPr>
          <a:xfrm>
            <a:off x="0" y="3291840"/>
            <a:ext cx="9144000" cy="4572"/>
          </a:xfrm>
          <a:prstGeom prst="rect">
            <a:avLst/>
          </a:prstGeom>
          <a:solidFill>
            <a:srgbClr val="0A2040"/>
          </a:solidFill>
          <a:ln w="3810">
            <a:solidFill>
              <a:srgbClr val="0A20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>
            <a:extLst>
              <a:ext uri="{FF2B5EF4-FFF2-40B4-BE49-F238E27FC236}">
                <a16:creationId xmlns:a16="http://schemas.microsoft.com/office/drawing/2014/main" id="{96229732-7687-DA42-9FA8-701E4A157640}"/>
              </a:ext>
            </a:extLst>
          </p:cNvPr>
          <p:cNvSpPr/>
          <p:nvPr/>
        </p:nvSpPr>
        <p:spPr>
          <a:xfrm>
            <a:off x="0" y="4114800"/>
            <a:ext cx="9144000" cy="4572"/>
          </a:xfrm>
          <a:prstGeom prst="rect">
            <a:avLst/>
          </a:prstGeom>
          <a:solidFill>
            <a:srgbClr val="0A2040"/>
          </a:solidFill>
          <a:ln w="3810">
            <a:solidFill>
              <a:srgbClr val="0A20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>
            <a:extLst>
              <a:ext uri="{FF2B5EF4-FFF2-40B4-BE49-F238E27FC236}">
                <a16:creationId xmlns:a16="http://schemas.microsoft.com/office/drawing/2014/main" id="{A20126F1-82A5-49B2-6790-FDD906721B6E}"/>
              </a:ext>
            </a:extLst>
          </p:cNvPr>
          <p:cNvSpPr/>
          <p:nvPr/>
        </p:nvSpPr>
        <p:spPr>
          <a:xfrm>
            <a:off x="0" y="4937760"/>
            <a:ext cx="9144000" cy="4572"/>
          </a:xfrm>
          <a:prstGeom prst="rect">
            <a:avLst/>
          </a:prstGeom>
          <a:solidFill>
            <a:srgbClr val="0A2040"/>
          </a:solidFill>
          <a:ln w="3810">
            <a:solidFill>
              <a:srgbClr val="0A20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>
            <a:extLst>
              <a:ext uri="{FF2B5EF4-FFF2-40B4-BE49-F238E27FC236}">
                <a16:creationId xmlns:a16="http://schemas.microsoft.com/office/drawing/2014/main" id="{4C3C55CF-5875-BE2C-2D2C-2508542DABEA}"/>
              </a:ext>
            </a:extLst>
          </p:cNvPr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1" name="Shape 19">
            <a:extLst>
              <a:ext uri="{FF2B5EF4-FFF2-40B4-BE49-F238E27FC236}">
                <a16:creationId xmlns:a16="http://schemas.microsoft.com/office/drawing/2014/main" id="{44B57194-09F8-33BA-34FB-C67EBBE8D601}"/>
              </a:ext>
            </a:extLst>
          </p:cNvPr>
          <p:cNvSpPr/>
          <p:nvPr/>
        </p:nvSpPr>
        <p:spPr>
          <a:xfrm>
            <a:off x="0" y="5093208"/>
            <a:ext cx="9144000" cy="50292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2" name="Shape 20">
            <a:extLst>
              <a:ext uri="{FF2B5EF4-FFF2-40B4-BE49-F238E27FC236}">
                <a16:creationId xmlns:a16="http://schemas.microsoft.com/office/drawing/2014/main" id="{262D2B93-B214-2BEC-EFE5-E0C7FD3D9BA5}"/>
              </a:ext>
            </a:extLst>
          </p:cNvPr>
          <p:cNvSpPr/>
          <p:nvPr/>
        </p:nvSpPr>
        <p:spPr>
          <a:xfrm>
            <a:off x="73152" y="64008"/>
            <a:ext cx="274320" cy="36576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3" name="Shape 21">
            <a:extLst>
              <a:ext uri="{FF2B5EF4-FFF2-40B4-BE49-F238E27FC236}">
                <a16:creationId xmlns:a16="http://schemas.microsoft.com/office/drawing/2014/main" id="{5DA8FD2F-52A3-A0D3-818B-83F6DFCCFEF0}"/>
              </a:ext>
            </a:extLst>
          </p:cNvPr>
          <p:cNvSpPr/>
          <p:nvPr/>
        </p:nvSpPr>
        <p:spPr>
          <a:xfrm>
            <a:off x="73152" y="64008"/>
            <a:ext cx="36576" cy="22860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4" name="Shape 22">
            <a:extLst>
              <a:ext uri="{FF2B5EF4-FFF2-40B4-BE49-F238E27FC236}">
                <a16:creationId xmlns:a16="http://schemas.microsoft.com/office/drawing/2014/main" id="{8B614C1C-7549-AD14-03FC-7BD8BAC8ACBA}"/>
              </a:ext>
            </a:extLst>
          </p:cNvPr>
          <p:cNvSpPr/>
          <p:nvPr/>
        </p:nvSpPr>
        <p:spPr>
          <a:xfrm>
            <a:off x="8796528" y="64008"/>
            <a:ext cx="274320" cy="36576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5" name="Shape 23">
            <a:extLst>
              <a:ext uri="{FF2B5EF4-FFF2-40B4-BE49-F238E27FC236}">
                <a16:creationId xmlns:a16="http://schemas.microsoft.com/office/drawing/2014/main" id="{10BF408A-3E2A-F96B-D525-371E65D3FEE0}"/>
              </a:ext>
            </a:extLst>
          </p:cNvPr>
          <p:cNvSpPr/>
          <p:nvPr/>
        </p:nvSpPr>
        <p:spPr>
          <a:xfrm>
            <a:off x="9034272" y="64008"/>
            <a:ext cx="36576" cy="22860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6" name="Shape 24">
            <a:extLst>
              <a:ext uri="{FF2B5EF4-FFF2-40B4-BE49-F238E27FC236}">
                <a16:creationId xmlns:a16="http://schemas.microsoft.com/office/drawing/2014/main" id="{1A2D0069-C229-9BF1-A2DD-DE793AB3AE82}"/>
              </a:ext>
            </a:extLst>
          </p:cNvPr>
          <p:cNvSpPr/>
          <p:nvPr/>
        </p:nvSpPr>
        <p:spPr>
          <a:xfrm>
            <a:off x="73152" y="5042916"/>
            <a:ext cx="274320" cy="36576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7" name="Shape 25">
            <a:extLst>
              <a:ext uri="{FF2B5EF4-FFF2-40B4-BE49-F238E27FC236}">
                <a16:creationId xmlns:a16="http://schemas.microsoft.com/office/drawing/2014/main" id="{6F6BBEDD-FD79-229F-2C20-A1D89D0F4B46}"/>
              </a:ext>
            </a:extLst>
          </p:cNvPr>
          <p:cNvSpPr/>
          <p:nvPr/>
        </p:nvSpPr>
        <p:spPr>
          <a:xfrm>
            <a:off x="73152" y="4850892"/>
            <a:ext cx="36576" cy="22860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8" name="Shape 26">
            <a:extLst>
              <a:ext uri="{FF2B5EF4-FFF2-40B4-BE49-F238E27FC236}">
                <a16:creationId xmlns:a16="http://schemas.microsoft.com/office/drawing/2014/main" id="{51777DEE-8C7B-5010-03F0-2204358D6968}"/>
              </a:ext>
            </a:extLst>
          </p:cNvPr>
          <p:cNvSpPr/>
          <p:nvPr/>
        </p:nvSpPr>
        <p:spPr>
          <a:xfrm>
            <a:off x="8796528" y="5042916"/>
            <a:ext cx="274320" cy="36576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9" name="Shape 27">
            <a:extLst>
              <a:ext uri="{FF2B5EF4-FFF2-40B4-BE49-F238E27FC236}">
                <a16:creationId xmlns:a16="http://schemas.microsoft.com/office/drawing/2014/main" id="{FD50BF3C-93AE-B3BF-ACA7-4E90A768168F}"/>
              </a:ext>
            </a:extLst>
          </p:cNvPr>
          <p:cNvSpPr/>
          <p:nvPr/>
        </p:nvSpPr>
        <p:spPr>
          <a:xfrm>
            <a:off x="9034272" y="4850892"/>
            <a:ext cx="36576" cy="22860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30" name="Shape 28">
            <a:extLst>
              <a:ext uri="{FF2B5EF4-FFF2-40B4-BE49-F238E27FC236}">
                <a16:creationId xmlns:a16="http://schemas.microsoft.com/office/drawing/2014/main" id="{DBC84282-755C-A645-D5D6-8C1137FC7F99}"/>
              </a:ext>
            </a:extLst>
          </p:cNvPr>
          <p:cNvSpPr/>
          <p:nvPr/>
        </p:nvSpPr>
        <p:spPr>
          <a:xfrm>
            <a:off x="182880" y="109728"/>
            <a:ext cx="960120" cy="475488"/>
          </a:xfrm>
          <a:prstGeom prst="ellipse">
            <a:avLst/>
          </a:prstGeom>
          <a:solidFill>
            <a:srgbClr val="1C0E00"/>
          </a:solidFill>
          <a:ln w="17780">
            <a:solidFill>
              <a:srgbClr val="FF9500"/>
            </a:solidFill>
            <a:prstDash val="soli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31" name="Text 29">
            <a:extLst>
              <a:ext uri="{FF2B5EF4-FFF2-40B4-BE49-F238E27FC236}">
                <a16:creationId xmlns:a16="http://schemas.microsoft.com/office/drawing/2014/main" id="{86647C2A-A150-E908-B931-C4ED1C90BBCB}"/>
              </a:ext>
            </a:extLst>
          </p:cNvPr>
          <p:cNvSpPr/>
          <p:nvPr/>
        </p:nvSpPr>
        <p:spPr>
          <a:xfrm>
            <a:off x="182880" y="109728"/>
            <a:ext cx="960120" cy="475488"/>
          </a:xfrm>
          <a:prstGeom prst="rect">
            <a:avLst/>
          </a:prstGeom>
          <a:noFill/>
          <a:ln/>
          <a:effectLst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95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POWER</a:t>
            </a:r>
            <a:endParaRPr lang="en-US" sz="800" dirty="0"/>
          </a:p>
          <a:p>
            <a:pPr marL="0" indent="0" algn="ctr">
              <a:buNone/>
            </a:pPr>
            <a:r>
              <a:rPr lang="en-US" sz="800" b="1" dirty="0">
                <a:solidFill>
                  <a:srgbClr val="FF95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</a:t>
            </a:r>
            <a:endParaRPr lang="en-US" sz="800" dirty="0"/>
          </a:p>
        </p:txBody>
      </p:sp>
      <p:sp>
        <p:nvSpPr>
          <p:cNvPr id="39" name="Text 37">
            <a:extLst>
              <a:ext uri="{FF2B5EF4-FFF2-40B4-BE49-F238E27FC236}">
                <a16:creationId xmlns:a16="http://schemas.microsoft.com/office/drawing/2014/main" id="{9B94D2F4-ABFC-4A90-E7BE-B86A996B0DFA}"/>
              </a:ext>
            </a:extLst>
          </p:cNvPr>
          <p:cNvSpPr/>
          <p:nvPr/>
        </p:nvSpPr>
        <p:spPr>
          <a:xfrm>
            <a:off x="256032" y="786384"/>
            <a:ext cx="2011680" cy="256032"/>
          </a:xfrm>
          <a:prstGeom prst="rect">
            <a:avLst/>
          </a:prstGeom>
          <a:noFill/>
          <a:ln/>
          <a:effectLst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b="1" kern="0" spc="300" dirty="0">
                <a:solidFill>
                  <a:srgbClr val="6688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TOP MODULE</a:t>
            </a:r>
            <a:endParaRPr lang="en-US" sz="750" dirty="0"/>
          </a:p>
        </p:txBody>
      </p:sp>
      <p:sp>
        <p:nvSpPr>
          <p:cNvPr id="40" name="Shape 38">
            <a:extLst>
              <a:ext uri="{FF2B5EF4-FFF2-40B4-BE49-F238E27FC236}">
                <a16:creationId xmlns:a16="http://schemas.microsoft.com/office/drawing/2014/main" id="{23046015-D990-91DB-CCF0-0A2D60F64F3D}"/>
              </a:ext>
            </a:extLst>
          </p:cNvPr>
          <p:cNvSpPr/>
          <p:nvPr/>
        </p:nvSpPr>
        <p:spPr>
          <a:xfrm>
            <a:off x="411480" y="896112"/>
            <a:ext cx="1783080" cy="804672"/>
          </a:xfrm>
          <a:prstGeom prst="rect">
            <a:avLst/>
          </a:prstGeom>
          <a:solidFill>
            <a:srgbClr val="0B2850"/>
          </a:solidFill>
          <a:ln w="15240">
            <a:solidFill>
              <a:srgbClr val="2B7AE0"/>
            </a:solidFill>
            <a:prstDash val="soli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41" name="Text 39">
            <a:extLst>
              <a:ext uri="{FF2B5EF4-FFF2-40B4-BE49-F238E27FC236}">
                <a16:creationId xmlns:a16="http://schemas.microsoft.com/office/drawing/2014/main" id="{FA68AEC7-6C23-9A6A-CE59-D3EF85E3ED82}"/>
              </a:ext>
            </a:extLst>
          </p:cNvPr>
          <p:cNvSpPr/>
          <p:nvPr/>
        </p:nvSpPr>
        <p:spPr>
          <a:xfrm>
            <a:off x="411480" y="896112"/>
            <a:ext cx="1783080" cy="450616"/>
          </a:xfrm>
          <a:prstGeom prst="rect">
            <a:avLst/>
          </a:prstGeom>
          <a:noFill/>
          <a:ln/>
          <a:effectLst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BOOT FSM</a:t>
            </a:r>
            <a:endParaRPr lang="en-US" sz="900" dirty="0"/>
          </a:p>
        </p:txBody>
      </p:sp>
      <p:sp>
        <p:nvSpPr>
          <p:cNvPr id="42" name="Text 40">
            <a:extLst>
              <a:ext uri="{FF2B5EF4-FFF2-40B4-BE49-F238E27FC236}">
                <a16:creationId xmlns:a16="http://schemas.microsoft.com/office/drawing/2014/main" id="{9B7EF533-7A59-8C20-AB6D-17A4CA6DBD76}"/>
              </a:ext>
            </a:extLst>
          </p:cNvPr>
          <p:cNvSpPr/>
          <p:nvPr/>
        </p:nvSpPr>
        <p:spPr>
          <a:xfrm>
            <a:off x="411480" y="1314541"/>
            <a:ext cx="1783080" cy="386243"/>
          </a:xfrm>
          <a:prstGeom prst="rect">
            <a:avLst/>
          </a:prstGeom>
          <a:noFill/>
          <a:ln/>
          <a:effectLst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00" i="1" dirty="0">
                <a:solidFill>
                  <a:srgbClr val="6688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Controller</a:t>
            </a:r>
            <a:endParaRPr lang="en-US" sz="700" dirty="0"/>
          </a:p>
        </p:txBody>
      </p:sp>
      <p:sp>
        <p:nvSpPr>
          <p:cNvPr id="45" name="Shape 43">
            <a:extLst>
              <a:ext uri="{FF2B5EF4-FFF2-40B4-BE49-F238E27FC236}">
                <a16:creationId xmlns:a16="http://schemas.microsoft.com/office/drawing/2014/main" id="{6A1A7049-1945-1205-8F1F-73E4A23866B4}"/>
              </a:ext>
            </a:extLst>
          </p:cNvPr>
          <p:cNvSpPr/>
          <p:nvPr/>
        </p:nvSpPr>
        <p:spPr>
          <a:xfrm>
            <a:off x="411480" y="2834640"/>
            <a:ext cx="1783080" cy="804672"/>
          </a:xfrm>
          <a:prstGeom prst="rect">
            <a:avLst/>
          </a:prstGeom>
          <a:solidFill>
            <a:srgbClr val="012018"/>
          </a:solidFill>
          <a:ln w="15240">
            <a:solidFill>
              <a:srgbClr val="00B860"/>
            </a:solidFill>
            <a:prstDash val="soli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46" name="Text 44">
            <a:extLst>
              <a:ext uri="{FF2B5EF4-FFF2-40B4-BE49-F238E27FC236}">
                <a16:creationId xmlns:a16="http://schemas.microsoft.com/office/drawing/2014/main" id="{E701C325-1B1D-83B8-36F1-AFF72B8133FF}"/>
              </a:ext>
            </a:extLst>
          </p:cNvPr>
          <p:cNvSpPr/>
          <p:nvPr/>
        </p:nvSpPr>
        <p:spPr>
          <a:xfrm>
            <a:off x="411480" y="2834640"/>
            <a:ext cx="1783080" cy="450616"/>
          </a:xfrm>
          <a:prstGeom prst="rect">
            <a:avLst/>
          </a:prstGeom>
          <a:noFill/>
          <a:ln/>
          <a:effectLst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POLICY</a:t>
            </a:r>
            <a:endParaRPr lang="en-US" sz="900" dirty="0"/>
          </a:p>
        </p:txBody>
      </p:sp>
      <p:sp>
        <p:nvSpPr>
          <p:cNvPr id="47" name="Text 45">
            <a:extLst>
              <a:ext uri="{FF2B5EF4-FFF2-40B4-BE49-F238E27FC236}">
                <a16:creationId xmlns:a16="http://schemas.microsoft.com/office/drawing/2014/main" id="{0E2D0866-5A01-6D2C-6286-70909C05C571}"/>
              </a:ext>
            </a:extLst>
          </p:cNvPr>
          <p:cNvSpPr/>
          <p:nvPr/>
        </p:nvSpPr>
        <p:spPr>
          <a:xfrm>
            <a:off x="411480" y="3253069"/>
            <a:ext cx="1783080" cy="386243"/>
          </a:xfrm>
          <a:prstGeom prst="rect">
            <a:avLst/>
          </a:prstGeom>
          <a:noFill/>
          <a:ln/>
          <a:effectLst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00" i="1" dirty="0">
                <a:solidFill>
                  <a:srgbClr val="6688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Engine</a:t>
            </a:r>
            <a:endParaRPr lang="en-US" sz="700" dirty="0"/>
          </a:p>
        </p:txBody>
      </p:sp>
      <p:sp>
        <p:nvSpPr>
          <p:cNvPr id="48" name="Shape 46">
            <a:extLst>
              <a:ext uri="{FF2B5EF4-FFF2-40B4-BE49-F238E27FC236}">
                <a16:creationId xmlns:a16="http://schemas.microsoft.com/office/drawing/2014/main" id="{C8127F54-B878-844E-F2E3-68CB0286055B}"/>
              </a:ext>
            </a:extLst>
          </p:cNvPr>
          <p:cNvSpPr/>
          <p:nvPr/>
        </p:nvSpPr>
        <p:spPr>
          <a:xfrm>
            <a:off x="3529584" y="2896088"/>
            <a:ext cx="1975104" cy="804672"/>
          </a:xfrm>
          <a:prstGeom prst="rect">
            <a:avLst/>
          </a:prstGeom>
          <a:solidFill>
            <a:srgbClr val="251000"/>
          </a:solidFill>
          <a:ln w="15240">
            <a:solidFill>
              <a:srgbClr val="CC6600"/>
            </a:solidFill>
            <a:prstDash val="soli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49" name="Text 47">
            <a:extLst>
              <a:ext uri="{FF2B5EF4-FFF2-40B4-BE49-F238E27FC236}">
                <a16:creationId xmlns:a16="http://schemas.microsoft.com/office/drawing/2014/main" id="{9BAFF342-2905-8FBC-B83B-C855AE2AD4C2}"/>
              </a:ext>
            </a:extLst>
          </p:cNvPr>
          <p:cNvSpPr/>
          <p:nvPr/>
        </p:nvSpPr>
        <p:spPr>
          <a:xfrm>
            <a:off x="3529584" y="2896088"/>
            <a:ext cx="1975104" cy="450616"/>
          </a:xfrm>
          <a:prstGeom prst="rect">
            <a:avLst/>
          </a:prstGeom>
          <a:noFill/>
          <a:ln/>
          <a:effectLst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RETRY</a:t>
            </a:r>
            <a:endParaRPr lang="en-US" sz="900" dirty="0"/>
          </a:p>
        </p:txBody>
      </p:sp>
      <p:sp>
        <p:nvSpPr>
          <p:cNvPr id="50" name="Text 48">
            <a:extLst>
              <a:ext uri="{FF2B5EF4-FFF2-40B4-BE49-F238E27FC236}">
                <a16:creationId xmlns:a16="http://schemas.microsoft.com/office/drawing/2014/main" id="{C5BB670A-8BE8-6EF9-2643-7E9B9BD4EC91}"/>
              </a:ext>
            </a:extLst>
          </p:cNvPr>
          <p:cNvSpPr/>
          <p:nvPr/>
        </p:nvSpPr>
        <p:spPr>
          <a:xfrm>
            <a:off x="3529584" y="3355157"/>
            <a:ext cx="1975104" cy="386243"/>
          </a:xfrm>
          <a:prstGeom prst="rect">
            <a:avLst/>
          </a:prstGeom>
          <a:noFill/>
          <a:ln/>
          <a:effectLst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00" i="1" dirty="0">
                <a:solidFill>
                  <a:srgbClr val="6688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Counter</a:t>
            </a:r>
            <a:endParaRPr lang="en-US" sz="700" dirty="0"/>
          </a:p>
        </p:txBody>
      </p:sp>
      <p:sp>
        <p:nvSpPr>
          <p:cNvPr id="51" name="Shape 49">
            <a:extLst>
              <a:ext uri="{FF2B5EF4-FFF2-40B4-BE49-F238E27FC236}">
                <a16:creationId xmlns:a16="http://schemas.microsoft.com/office/drawing/2014/main" id="{FAC02E92-22A5-098E-548F-67F0026EB95E}"/>
              </a:ext>
            </a:extLst>
          </p:cNvPr>
          <p:cNvSpPr/>
          <p:nvPr/>
        </p:nvSpPr>
        <p:spPr>
          <a:xfrm>
            <a:off x="6748272" y="2834640"/>
            <a:ext cx="1828800" cy="804672"/>
          </a:xfrm>
          <a:prstGeom prst="rect">
            <a:avLst/>
          </a:prstGeom>
          <a:solidFill>
            <a:srgbClr val="250000"/>
          </a:solidFill>
          <a:ln w="15240">
            <a:solidFill>
              <a:srgbClr val="CC1122"/>
            </a:solidFill>
            <a:prstDash val="soli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52" name="Text 50">
            <a:extLst>
              <a:ext uri="{FF2B5EF4-FFF2-40B4-BE49-F238E27FC236}">
                <a16:creationId xmlns:a16="http://schemas.microsoft.com/office/drawing/2014/main" id="{346E7F37-A3DE-AA6D-F51C-4A3010F99068}"/>
              </a:ext>
            </a:extLst>
          </p:cNvPr>
          <p:cNvSpPr/>
          <p:nvPr/>
        </p:nvSpPr>
        <p:spPr>
          <a:xfrm>
            <a:off x="6748272" y="2834640"/>
            <a:ext cx="1828800" cy="450616"/>
          </a:xfrm>
          <a:prstGeom prst="rect">
            <a:avLst/>
          </a:prstGeom>
          <a:noFill/>
          <a:ln/>
          <a:effectLst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LOCKDOWN</a:t>
            </a:r>
            <a:endParaRPr lang="en-US" sz="900" dirty="0"/>
          </a:p>
        </p:txBody>
      </p:sp>
      <p:sp>
        <p:nvSpPr>
          <p:cNvPr id="53" name="Text 51">
            <a:extLst>
              <a:ext uri="{FF2B5EF4-FFF2-40B4-BE49-F238E27FC236}">
                <a16:creationId xmlns:a16="http://schemas.microsoft.com/office/drawing/2014/main" id="{D8F39C82-B7A3-EF01-E409-4009A4E89558}"/>
              </a:ext>
            </a:extLst>
          </p:cNvPr>
          <p:cNvSpPr/>
          <p:nvPr/>
        </p:nvSpPr>
        <p:spPr>
          <a:xfrm>
            <a:off x="6748272" y="3253069"/>
            <a:ext cx="1828800" cy="386243"/>
          </a:xfrm>
          <a:prstGeom prst="rect">
            <a:avLst/>
          </a:prstGeom>
          <a:noFill/>
          <a:ln/>
          <a:effectLst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00" i="1" dirty="0">
                <a:solidFill>
                  <a:srgbClr val="6688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Control</a:t>
            </a:r>
            <a:endParaRPr lang="en-US" sz="700" dirty="0"/>
          </a:p>
        </p:txBody>
      </p:sp>
      <p:sp>
        <p:nvSpPr>
          <p:cNvPr id="54" name="Shape 52">
            <a:extLst>
              <a:ext uri="{FF2B5EF4-FFF2-40B4-BE49-F238E27FC236}">
                <a16:creationId xmlns:a16="http://schemas.microsoft.com/office/drawing/2014/main" id="{CBAE03AC-4E17-4E3E-47B9-B5CA86618B85}"/>
              </a:ext>
            </a:extLst>
          </p:cNvPr>
          <p:cNvSpPr/>
          <p:nvPr/>
        </p:nvSpPr>
        <p:spPr>
          <a:xfrm>
            <a:off x="2194560" y="4206240"/>
            <a:ext cx="4754880" cy="548640"/>
          </a:xfrm>
          <a:prstGeom prst="rect">
            <a:avLst/>
          </a:prstGeom>
          <a:solidFill>
            <a:srgbClr val="001E0E">
              <a:alpha val="90000"/>
            </a:srgbClr>
          </a:solidFill>
          <a:ln w="17780">
            <a:solidFill>
              <a:srgbClr val="00CC66"/>
            </a:solidFill>
            <a:prstDash val="soli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55" name="Text 53">
            <a:extLst>
              <a:ext uri="{FF2B5EF4-FFF2-40B4-BE49-F238E27FC236}">
                <a16:creationId xmlns:a16="http://schemas.microsoft.com/office/drawing/2014/main" id="{B875EF11-B235-0C3E-D8A1-36680F78A5FB}"/>
              </a:ext>
            </a:extLst>
          </p:cNvPr>
          <p:cNvSpPr/>
          <p:nvPr/>
        </p:nvSpPr>
        <p:spPr>
          <a:xfrm>
            <a:off x="2194560" y="4206240"/>
            <a:ext cx="4754880" cy="548640"/>
          </a:xfrm>
          <a:prstGeom prst="rect">
            <a:avLst/>
          </a:prstGeom>
          <a:noFill/>
          <a:ln/>
          <a:effectLst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CC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DEVICE TO BE AUTHENTICATED</a:t>
            </a:r>
            <a:endParaRPr lang="en-US" sz="1000" dirty="0"/>
          </a:p>
        </p:txBody>
      </p:sp>
      <p:sp>
        <p:nvSpPr>
          <p:cNvPr id="38" name="Shape 54">
            <a:extLst>
              <a:ext uri="{FF2B5EF4-FFF2-40B4-BE49-F238E27FC236}">
                <a16:creationId xmlns:a16="http://schemas.microsoft.com/office/drawing/2014/main" id="{CC0F498B-5F87-B755-1EAB-58AF1307305F}"/>
              </a:ext>
            </a:extLst>
          </p:cNvPr>
          <p:cNvSpPr/>
          <p:nvPr/>
        </p:nvSpPr>
        <p:spPr>
          <a:xfrm>
            <a:off x="662940" y="585216"/>
            <a:ext cx="0" cy="281087"/>
          </a:xfrm>
          <a:prstGeom prst="line">
            <a:avLst/>
          </a:prstGeom>
          <a:noFill/>
          <a:ln w="22860">
            <a:solidFill>
              <a:srgbClr val="FF9500">
                <a:alpha val="95000"/>
              </a:srgbClr>
            </a:solidFill>
            <a:prstDash val="solid"/>
            <a:tailEnd type="triangle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60" name="Text 55">
            <a:extLst>
              <a:ext uri="{FF2B5EF4-FFF2-40B4-BE49-F238E27FC236}">
                <a16:creationId xmlns:a16="http://schemas.microsoft.com/office/drawing/2014/main" id="{6D7D06F1-7BE2-1DE6-CA89-16A7C5939E8B}"/>
              </a:ext>
            </a:extLst>
          </p:cNvPr>
          <p:cNvSpPr/>
          <p:nvPr/>
        </p:nvSpPr>
        <p:spPr>
          <a:xfrm>
            <a:off x="961898" y="585216"/>
            <a:ext cx="1005840" cy="228600"/>
          </a:xfrm>
          <a:prstGeom prst="rect">
            <a:avLst/>
          </a:prstGeom>
          <a:solidFill>
            <a:srgbClr val="041020"/>
          </a:solidFill>
          <a:ln w="8890">
            <a:solidFill>
              <a:srgbClr val="FF9500"/>
            </a:solidFill>
          </a:ln>
          <a:effectLst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95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Boot request</a:t>
            </a:r>
            <a:endParaRPr lang="en-US" sz="750" dirty="0"/>
          </a:p>
        </p:txBody>
      </p:sp>
      <p:sp>
        <p:nvSpPr>
          <p:cNvPr id="69" name="Shape 41"/>
          <p:cNvSpPr/>
          <p:nvPr/>
        </p:nvSpPr>
        <p:spPr>
          <a:xfrm>
            <a:off x="3291840" y="1481328"/>
            <a:ext cx="2560320" cy="1115568"/>
          </a:xfrm>
          <a:prstGeom prst="ellipse">
            <a:avLst/>
          </a:prstGeom>
          <a:solidFill>
            <a:srgbClr val="0A1E3A"/>
          </a:solidFill>
          <a:ln w="31750">
            <a:solidFill>
              <a:srgbClr val="00D4FF"/>
            </a:solidFill>
            <a:prstDash val="soli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0" name="Text 42"/>
          <p:cNvSpPr/>
          <p:nvPr/>
        </p:nvSpPr>
        <p:spPr>
          <a:xfrm>
            <a:off x="3291840" y="1481328"/>
            <a:ext cx="2560320" cy="11155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E8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AUTH ENGINE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00E8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[RUNNING…]</a:t>
            </a:r>
            <a:endParaRPr lang="en-US" sz="900" dirty="0"/>
          </a:p>
        </p:txBody>
      </p:sp>
      <p:sp>
        <p:nvSpPr>
          <p:cNvPr id="71" name="Shape 64"/>
          <p:cNvSpPr/>
          <p:nvPr/>
        </p:nvSpPr>
        <p:spPr>
          <a:xfrm>
            <a:off x="7150608" y="91440"/>
            <a:ext cx="1883664" cy="365760"/>
          </a:xfrm>
          <a:prstGeom prst="rect">
            <a:avLst/>
          </a:prstGeom>
          <a:solidFill>
            <a:srgbClr val="071830"/>
          </a:solidFill>
          <a:ln w="12700">
            <a:solidFill>
              <a:srgbClr val="00D4FF"/>
            </a:solidFill>
            <a:prstDash val="soli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3" name="Text 65"/>
          <p:cNvSpPr/>
          <p:nvPr/>
        </p:nvSpPr>
        <p:spPr>
          <a:xfrm>
            <a:off x="7150608" y="91440"/>
            <a:ext cx="1883664" cy="365760"/>
          </a:xfrm>
          <a:prstGeom prst="rect">
            <a:avLst/>
          </a:prstGeom>
          <a:noFill/>
          <a:ln/>
          <a:effectLst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09 · AUTHENTICATING</a:t>
            </a:r>
            <a:endParaRPr lang="en-US" sz="700" dirty="0"/>
          </a:p>
        </p:txBody>
      </p:sp>
      <p:sp>
        <p:nvSpPr>
          <p:cNvPr id="74" name="Shape 66"/>
          <p:cNvSpPr/>
          <p:nvPr/>
        </p:nvSpPr>
        <p:spPr>
          <a:xfrm>
            <a:off x="109728" y="4668012"/>
            <a:ext cx="2029968" cy="347472"/>
          </a:xfrm>
          <a:prstGeom prst="rect">
            <a:avLst/>
          </a:prstGeom>
          <a:solidFill>
            <a:srgbClr val="071830"/>
          </a:solidFill>
          <a:ln w="10160">
            <a:solidFill>
              <a:srgbClr val="00D4FF"/>
            </a:solidFill>
            <a:prstDash val="soli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5" name="Text 67"/>
          <p:cNvSpPr/>
          <p:nvPr/>
        </p:nvSpPr>
        <p:spPr>
          <a:xfrm>
            <a:off x="109728" y="4594860"/>
            <a:ext cx="2029968" cy="441726"/>
          </a:xfrm>
          <a:prstGeom prst="rect">
            <a:avLst/>
          </a:prstGeom>
          <a:noFill/>
          <a:ln/>
          <a:effectLst/>
        </p:spPr>
        <p:txBody>
          <a:bodyPr wrap="square" lIns="0" tIns="7620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 Cryptographic verification in progress… ]</a:t>
            </a:r>
            <a:endParaRPr lang="en-US" sz="800" dirty="0"/>
          </a:p>
        </p:txBody>
      </p:sp>
      <p:sp>
        <p:nvSpPr>
          <p:cNvPr id="76" name="Shape 56">
            <a:extLst>
              <a:ext uri="{FF2B5EF4-FFF2-40B4-BE49-F238E27FC236}">
                <a16:creationId xmlns:a16="http://schemas.microsoft.com/office/drawing/2014/main" id="{9140CD99-7FC8-59E5-5D9A-E68B021476E7}"/>
              </a:ext>
            </a:extLst>
          </p:cNvPr>
          <p:cNvSpPr/>
          <p:nvPr/>
        </p:nvSpPr>
        <p:spPr>
          <a:xfrm>
            <a:off x="2194560" y="1298448"/>
            <a:ext cx="1120140" cy="505480"/>
          </a:xfrm>
          <a:prstGeom prst="line">
            <a:avLst/>
          </a:prstGeom>
          <a:noFill/>
          <a:ln w="22860">
            <a:solidFill>
              <a:srgbClr val="00D4FF">
                <a:alpha val="95000"/>
              </a:srgbClr>
            </a:solidFill>
            <a:prstDash val="solid"/>
            <a:tailEnd type="triangle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7" name="Text 57">
            <a:extLst>
              <a:ext uri="{FF2B5EF4-FFF2-40B4-BE49-F238E27FC236}">
                <a16:creationId xmlns:a16="http://schemas.microsoft.com/office/drawing/2014/main" id="{10F70526-8DDB-E53B-E719-0253F84CD526}"/>
              </a:ext>
            </a:extLst>
          </p:cNvPr>
          <p:cNvSpPr/>
          <p:nvPr/>
        </p:nvSpPr>
        <p:spPr>
          <a:xfrm>
            <a:off x="2590038" y="1189401"/>
            <a:ext cx="868680" cy="219456"/>
          </a:xfrm>
          <a:prstGeom prst="rect">
            <a:avLst/>
          </a:prstGeom>
          <a:solidFill>
            <a:srgbClr val="041020"/>
          </a:solidFill>
          <a:ln w="8890">
            <a:solidFill>
              <a:srgbClr val="00D4FF"/>
            </a:solidFill>
          </a:ln>
          <a:effectLst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auth_start</a:t>
            </a:r>
            <a:endParaRPr lang="en-US" sz="750" dirty="0"/>
          </a:p>
        </p:txBody>
      </p:sp>
      <p:sp>
        <p:nvSpPr>
          <p:cNvPr id="78" name="Shape 30">
            <a:extLst>
              <a:ext uri="{FF2B5EF4-FFF2-40B4-BE49-F238E27FC236}">
                <a16:creationId xmlns:a16="http://schemas.microsoft.com/office/drawing/2014/main" id="{58A79EB0-BABF-D5C1-6ED8-CFF31A9813D2}"/>
              </a:ext>
            </a:extLst>
          </p:cNvPr>
          <p:cNvSpPr/>
          <p:nvPr/>
        </p:nvSpPr>
        <p:spPr>
          <a:xfrm>
            <a:off x="3627120" y="109728"/>
            <a:ext cx="1920240" cy="475488"/>
          </a:xfrm>
          <a:prstGeom prst="rect">
            <a:avLst/>
          </a:prstGeom>
          <a:solidFill>
            <a:srgbClr val="180038"/>
          </a:solidFill>
          <a:ln w="15240">
            <a:solidFill>
              <a:srgbClr val="8844EE"/>
            </a:solidFill>
            <a:prstDash val="soli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9" name="Text 31">
            <a:extLst>
              <a:ext uri="{FF2B5EF4-FFF2-40B4-BE49-F238E27FC236}">
                <a16:creationId xmlns:a16="http://schemas.microsoft.com/office/drawing/2014/main" id="{7CF4BEC1-0533-E1CF-9389-B2147BB1D35A}"/>
              </a:ext>
            </a:extLst>
          </p:cNvPr>
          <p:cNvSpPr/>
          <p:nvPr/>
        </p:nvSpPr>
        <p:spPr>
          <a:xfrm>
            <a:off x="3627120" y="109728"/>
            <a:ext cx="1920240" cy="266273"/>
          </a:xfrm>
          <a:prstGeom prst="rect">
            <a:avLst/>
          </a:prstGeom>
          <a:noFill/>
          <a:ln/>
          <a:effectLst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MEMORY</a:t>
            </a:r>
            <a:endParaRPr lang="en-US" sz="900" dirty="0"/>
          </a:p>
        </p:txBody>
      </p:sp>
      <p:sp>
        <p:nvSpPr>
          <p:cNvPr id="80" name="Text 32">
            <a:extLst>
              <a:ext uri="{FF2B5EF4-FFF2-40B4-BE49-F238E27FC236}">
                <a16:creationId xmlns:a16="http://schemas.microsoft.com/office/drawing/2014/main" id="{02FE22BB-D46D-8D0C-C7D6-54118955248B}"/>
              </a:ext>
            </a:extLst>
          </p:cNvPr>
          <p:cNvSpPr/>
          <p:nvPr/>
        </p:nvSpPr>
        <p:spPr>
          <a:xfrm>
            <a:off x="3627120" y="356982"/>
            <a:ext cx="1920240" cy="228234"/>
          </a:xfrm>
          <a:prstGeom prst="rect">
            <a:avLst/>
          </a:prstGeom>
          <a:noFill/>
          <a:ln/>
          <a:effectLst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00" i="1" dirty="0">
                <a:solidFill>
                  <a:srgbClr val="6688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DDR / Flash</a:t>
            </a:r>
            <a:endParaRPr lang="en-US" sz="700" dirty="0"/>
          </a:p>
        </p:txBody>
      </p:sp>
      <p:sp>
        <p:nvSpPr>
          <p:cNvPr id="81" name="Shape 33">
            <a:extLst>
              <a:ext uri="{FF2B5EF4-FFF2-40B4-BE49-F238E27FC236}">
                <a16:creationId xmlns:a16="http://schemas.microsoft.com/office/drawing/2014/main" id="{BD2AE17F-3184-E382-7344-0661E3D4F496}"/>
              </a:ext>
            </a:extLst>
          </p:cNvPr>
          <p:cNvSpPr/>
          <p:nvPr/>
        </p:nvSpPr>
        <p:spPr>
          <a:xfrm>
            <a:off x="6752844" y="981710"/>
            <a:ext cx="1737360" cy="475488"/>
          </a:xfrm>
          <a:prstGeom prst="rect">
            <a:avLst/>
          </a:prstGeom>
          <a:solidFill>
            <a:srgbClr val="2A1E00"/>
          </a:solidFill>
          <a:ln w="15240">
            <a:solidFill>
              <a:srgbClr val="CC9900"/>
            </a:solidFill>
            <a:prstDash val="soli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82" name="Text 34">
            <a:extLst>
              <a:ext uri="{FF2B5EF4-FFF2-40B4-BE49-F238E27FC236}">
                <a16:creationId xmlns:a16="http://schemas.microsoft.com/office/drawing/2014/main" id="{703EB45C-7DE0-386F-1178-A1CDFCCB224E}"/>
              </a:ext>
            </a:extLst>
          </p:cNvPr>
          <p:cNvSpPr/>
          <p:nvPr/>
        </p:nvSpPr>
        <p:spPr>
          <a:xfrm>
            <a:off x="6752844" y="968715"/>
            <a:ext cx="1737360" cy="266273"/>
          </a:xfrm>
          <a:prstGeom prst="rect">
            <a:avLst/>
          </a:prstGeom>
          <a:noFill/>
          <a:ln/>
          <a:effectLst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SECURE KEY</a:t>
            </a:r>
            <a:endParaRPr lang="en-US" sz="900" dirty="0"/>
          </a:p>
        </p:txBody>
      </p:sp>
      <p:sp>
        <p:nvSpPr>
          <p:cNvPr id="83" name="Text 35">
            <a:extLst>
              <a:ext uri="{FF2B5EF4-FFF2-40B4-BE49-F238E27FC236}">
                <a16:creationId xmlns:a16="http://schemas.microsoft.com/office/drawing/2014/main" id="{A2436AB9-983D-AE29-BFA6-FB0BDCA37980}"/>
              </a:ext>
            </a:extLst>
          </p:cNvPr>
          <p:cNvSpPr/>
          <p:nvPr/>
        </p:nvSpPr>
        <p:spPr>
          <a:xfrm>
            <a:off x="6752844" y="1228964"/>
            <a:ext cx="1737360" cy="228234"/>
          </a:xfrm>
          <a:prstGeom prst="rect">
            <a:avLst/>
          </a:prstGeom>
          <a:noFill/>
          <a:ln/>
          <a:effectLst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00" i="1" dirty="0">
                <a:solidFill>
                  <a:srgbClr val="6688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Storage</a:t>
            </a:r>
            <a:endParaRPr lang="en-US" sz="700" dirty="0"/>
          </a:p>
        </p:txBody>
      </p:sp>
      <p:sp>
        <p:nvSpPr>
          <p:cNvPr id="84" name="Shape 58">
            <a:extLst>
              <a:ext uri="{FF2B5EF4-FFF2-40B4-BE49-F238E27FC236}">
                <a16:creationId xmlns:a16="http://schemas.microsoft.com/office/drawing/2014/main" id="{6DAFF87E-BC0A-4181-5473-5A76D83CBBB1}"/>
              </a:ext>
            </a:extLst>
          </p:cNvPr>
          <p:cNvSpPr/>
          <p:nvPr/>
        </p:nvSpPr>
        <p:spPr>
          <a:xfrm flipH="1">
            <a:off x="4589702" y="591800"/>
            <a:ext cx="4572" cy="889528"/>
          </a:xfrm>
          <a:prstGeom prst="line">
            <a:avLst/>
          </a:prstGeom>
          <a:noFill/>
          <a:ln w="22860">
            <a:solidFill>
              <a:srgbClr val="9B4DFF">
                <a:alpha val="95000"/>
              </a:srgbClr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85" name="Text 59">
            <a:extLst>
              <a:ext uri="{FF2B5EF4-FFF2-40B4-BE49-F238E27FC236}">
                <a16:creationId xmlns:a16="http://schemas.microsoft.com/office/drawing/2014/main" id="{3A7C34EF-173F-8D72-65F3-500C99D172AB}"/>
              </a:ext>
            </a:extLst>
          </p:cNvPr>
          <p:cNvSpPr/>
          <p:nvPr/>
        </p:nvSpPr>
        <p:spPr>
          <a:xfrm>
            <a:off x="4655820" y="713232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9B4D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FW_Data</a:t>
            </a:r>
            <a:endParaRPr lang="en-US" sz="700" dirty="0"/>
          </a:p>
        </p:txBody>
      </p:sp>
      <p:sp>
        <p:nvSpPr>
          <p:cNvPr id="86" name="Text 60">
            <a:extLst>
              <a:ext uri="{FF2B5EF4-FFF2-40B4-BE49-F238E27FC236}">
                <a16:creationId xmlns:a16="http://schemas.microsoft.com/office/drawing/2014/main" id="{5F8E597D-E8A9-EE00-7CD4-52622B0FEDFA}"/>
              </a:ext>
            </a:extLst>
          </p:cNvPr>
          <p:cNvSpPr/>
          <p:nvPr/>
        </p:nvSpPr>
        <p:spPr>
          <a:xfrm>
            <a:off x="4655820" y="914400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9B4D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FW_Valid</a:t>
            </a:r>
            <a:endParaRPr lang="en-US" sz="700" dirty="0"/>
          </a:p>
        </p:txBody>
      </p:sp>
      <p:sp>
        <p:nvSpPr>
          <p:cNvPr id="87" name="Text 61">
            <a:extLst>
              <a:ext uri="{FF2B5EF4-FFF2-40B4-BE49-F238E27FC236}">
                <a16:creationId xmlns:a16="http://schemas.microsoft.com/office/drawing/2014/main" id="{C87BE9DF-624E-5550-DCF7-F43348EAA1F6}"/>
              </a:ext>
            </a:extLst>
          </p:cNvPr>
          <p:cNvSpPr/>
          <p:nvPr/>
        </p:nvSpPr>
        <p:spPr>
          <a:xfrm>
            <a:off x="4655820" y="1115568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9B4D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FW_last</a:t>
            </a:r>
            <a:endParaRPr lang="en-US" sz="700" dirty="0"/>
          </a:p>
        </p:txBody>
      </p:sp>
      <p:sp>
        <p:nvSpPr>
          <p:cNvPr id="88" name="Shape 62">
            <a:extLst>
              <a:ext uri="{FF2B5EF4-FFF2-40B4-BE49-F238E27FC236}">
                <a16:creationId xmlns:a16="http://schemas.microsoft.com/office/drawing/2014/main" id="{AFE2A0ED-65A5-29F8-50ED-FF6F03FEBFBE}"/>
              </a:ext>
            </a:extLst>
          </p:cNvPr>
          <p:cNvSpPr/>
          <p:nvPr/>
        </p:nvSpPr>
        <p:spPr>
          <a:xfrm flipH="1">
            <a:off x="5757672" y="1321856"/>
            <a:ext cx="995172" cy="491958"/>
          </a:xfrm>
          <a:prstGeom prst="line">
            <a:avLst/>
          </a:prstGeom>
          <a:noFill/>
          <a:ln w="22860">
            <a:solidFill>
              <a:srgbClr val="FFD000">
                <a:alpha val="95000"/>
              </a:srgbClr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89" name="Text 63">
            <a:extLst>
              <a:ext uri="{FF2B5EF4-FFF2-40B4-BE49-F238E27FC236}">
                <a16:creationId xmlns:a16="http://schemas.microsoft.com/office/drawing/2014/main" id="{3D281320-AC2E-C656-78D4-B8A65567CC1D}"/>
              </a:ext>
            </a:extLst>
          </p:cNvPr>
          <p:cNvSpPr/>
          <p:nvPr/>
        </p:nvSpPr>
        <p:spPr>
          <a:xfrm>
            <a:off x="5422392" y="1170432"/>
            <a:ext cx="868680" cy="219456"/>
          </a:xfrm>
          <a:prstGeom prst="rect">
            <a:avLst/>
          </a:prstGeom>
          <a:solidFill>
            <a:srgbClr val="041020"/>
          </a:solidFill>
          <a:ln w="8890">
            <a:solidFill>
              <a:srgbClr val="FFD000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D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Secure Key</a:t>
            </a:r>
            <a:endParaRPr lang="en-US" sz="750" dirty="0"/>
          </a:p>
        </p:txBody>
      </p:sp>
    </p:spTree>
    <p:extLst>
      <p:ext uri="{BB962C8B-B14F-4D97-AF65-F5344CB8AC3E}">
        <p14:creationId xmlns:p14="http://schemas.microsoft.com/office/powerpoint/2010/main" val="51316922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med" p14:dur="700">
        <p159:morph option="byObject"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4102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2C9BA44-D867-611C-07E4-C3BE2FAEAB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C9848734-BD0F-D0B5-EEE0-C8576E14E428}"/>
              </a:ext>
            </a:extLst>
          </p:cNvPr>
          <p:cNvSpPr/>
          <p:nvPr/>
        </p:nvSpPr>
        <p:spPr>
          <a:xfrm>
            <a:off x="0" y="0"/>
            <a:ext cx="4572" cy="5143500"/>
          </a:xfrm>
          <a:prstGeom prst="rect">
            <a:avLst/>
          </a:prstGeom>
          <a:solidFill>
            <a:srgbClr val="0A2040"/>
          </a:solidFill>
          <a:ln w="3810">
            <a:solidFill>
              <a:srgbClr val="0A20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6B991CB5-8497-0A60-87C1-10EB84126A68}"/>
              </a:ext>
            </a:extLst>
          </p:cNvPr>
          <p:cNvSpPr/>
          <p:nvPr/>
        </p:nvSpPr>
        <p:spPr>
          <a:xfrm>
            <a:off x="914400" y="0"/>
            <a:ext cx="4572" cy="5143500"/>
          </a:xfrm>
          <a:prstGeom prst="rect">
            <a:avLst/>
          </a:prstGeom>
          <a:solidFill>
            <a:srgbClr val="0A2040"/>
          </a:solidFill>
          <a:ln w="3810">
            <a:solidFill>
              <a:srgbClr val="0A20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2EC0F187-4D7F-33BA-FA4F-0CAC64DF8A47}"/>
              </a:ext>
            </a:extLst>
          </p:cNvPr>
          <p:cNvSpPr/>
          <p:nvPr/>
        </p:nvSpPr>
        <p:spPr>
          <a:xfrm>
            <a:off x="1828800" y="0"/>
            <a:ext cx="4572" cy="5143500"/>
          </a:xfrm>
          <a:prstGeom prst="rect">
            <a:avLst/>
          </a:prstGeom>
          <a:solidFill>
            <a:srgbClr val="0A2040"/>
          </a:solidFill>
          <a:ln w="3810">
            <a:solidFill>
              <a:srgbClr val="0A20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C6460D0C-A2CF-2F5C-F9D4-13BCF764FFBB}"/>
              </a:ext>
            </a:extLst>
          </p:cNvPr>
          <p:cNvSpPr/>
          <p:nvPr/>
        </p:nvSpPr>
        <p:spPr>
          <a:xfrm>
            <a:off x="2743200" y="0"/>
            <a:ext cx="4572" cy="5143500"/>
          </a:xfrm>
          <a:prstGeom prst="rect">
            <a:avLst/>
          </a:prstGeom>
          <a:solidFill>
            <a:srgbClr val="0A2040"/>
          </a:solidFill>
          <a:ln w="3810">
            <a:solidFill>
              <a:srgbClr val="0A20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1FE91D71-6617-3DB3-96ED-55874C1568AF}"/>
              </a:ext>
            </a:extLst>
          </p:cNvPr>
          <p:cNvSpPr/>
          <p:nvPr/>
        </p:nvSpPr>
        <p:spPr>
          <a:xfrm>
            <a:off x="3657600" y="0"/>
            <a:ext cx="4572" cy="5143500"/>
          </a:xfrm>
          <a:prstGeom prst="rect">
            <a:avLst/>
          </a:prstGeom>
          <a:solidFill>
            <a:srgbClr val="0A2040"/>
          </a:solidFill>
          <a:ln w="3810">
            <a:solidFill>
              <a:srgbClr val="0A20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92356641-DF4C-217D-0797-E90C1114D4FB}"/>
              </a:ext>
            </a:extLst>
          </p:cNvPr>
          <p:cNvSpPr/>
          <p:nvPr/>
        </p:nvSpPr>
        <p:spPr>
          <a:xfrm>
            <a:off x="4572000" y="0"/>
            <a:ext cx="4572" cy="5143500"/>
          </a:xfrm>
          <a:prstGeom prst="rect">
            <a:avLst/>
          </a:prstGeom>
          <a:solidFill>
            <a:srgbClr val="0A2040"/>
          </a:solidFill>
          <a:ln w="3810">
            <a:solidFill>
              <a:srgbClr val="0A20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95AD28ED-2129-EE14-3B36-9965320116CC}"/>
              </a:ext>
            </a:extLst>
          </p:cNvPr>
          <p:cNvSpPr/>
          <p:nvPr/>
        </p:nvSpPr>
        <p:spPr>
          <a:xfrm>
            <a:off x="5486400" y="0"/>
            <a:ext cx="4572" cy="5143500"/>
          </a:xfrm>
          <a:prstGeom prst="rect">
            <a:avLst/>
          </a:prstGeom>
          <a:solidFill>
            <a:srgbClr val="0A2040"/>
          </a:solidFill>
          <a:ln w="3810">
            <a:solidFill>
              <a:srgbClr val="0A20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CB276002-8E3D-E3C6-A5D5-9A7C5D935D78}"/>
              </a:ext>
            </a:extLst>
          </p:cNvPr>
          <p:cNvSpPr/>
          <p:nvPr/>
        </p:nvSpPr>
        <p:spPr>
          <a:xfrm>
            <a:off x="6400800" y="0"/>
            <a:ext cx="4572" cy="5143500"/>
          </a:xfrm>
          <a:prstGeom prst="rect">
            <a:avLst/>
          </a:prstGeom>
          <a:solidFill>
            <a:srgbClr val="0A2040"/>
          </a:solidFill>
          <a:ln w="3810">
            <a:solidFill>
              <a:srgbClr val="0A20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D841CC0A-822B-1196-FF16-C830BB3A0132}"/>
              </a:ext>
            </a:extLst>
          </p:cNvPr>
          <p:cNvSpPr/>
          <p:nvPr/>
        </p:nvSpPr>
        <p:spPr>
          <a:xfrm>
            <a:off x="7315200" y="0"/>
            <a:ext cx="4572" cy="5143500"/>
          </a:xfrm>
          <a:prstGeom prst="rect">
            <a:avLst/>
          </a:prstGeom>
          <a:solidFill>
            <a:srgbClr val="0A2040"/>
          </a:solidFill>
          <a:ln w="3810">
            <a:solidFill>
              <a:srgbClr val="0A20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7D79AB2A-2631-6386-6802-AE54BDE1DA46}"/>
              </a:ext>
            </a:extLst>
          </p:cNvPr>
          <p:cNvSpPr/>
          <p:nvPr/>
        </p:nvSpPr>
        <p:spPr>
          <a:xfrm>
            <a:off x="8229600" y="0"/>
            <a:ext cx="4572" cy="5143500"/>
          </a:xfrm>
          <a:prstGeom prst="rect">
            <a:avLst/>
          </a:prstGeom>
          <a:solidFill>
            <a:srgbClr val="0A2040"/>
          </a:solidFill>
          <a:ln w="3810">
            <a:solidFill>
              <a:srgbClr val="0A20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0741EC20-41C9-AD73-3E03-91B6A301E6F7}"/>
              </a:ext>
            </a:extLst>
          </p:cNvPr>
          <p:cNvSpPr/>
          <p:nvPr/>
        </p:nvSpPr>
        <p:spPr>
          <a:xfrm>
            <a:off x="9144000" y="0"/>
            <a:ext cx="4572" cy="5143500"/>
          </a:xfrm>
          <a:prstGeom prst="rect">
            <a:avLst/>
          </a:prstGeom>
          <a:solidFill>
            <a:srgbClr val="0A2040"/>
          </a:solidFill>
          <a:ln w="3810">
            <a:solidFill>
              <a:srgbClr val="0A20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D3AF0148-1AAC-4322-606E-A78CE3C59DC1}"/>
              </a:ext>
            </a:extLst>
          </p:cNvPr>
          <p:cNvSpPr/>
          <p:nvPr/>
        </p:nvSpPr>
        <p:spPr>
          <a:xfrm>
            <a:off x="0" y="0"/>
            <a:ext cx="9144000" cy="4572"/>
          </a:xfrm>
          <a:prstGeom prst="rect">
            <a:avLst/>
          </a:prstGeom>
          <a:solidFill>
            <a:srgbClr val="0A2040"/>
          </a:solidFill>
          <a:ln w="3810">
            <a:solidFill>
              <a:srgbClr val="0A20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A07DE166-F19F-11EB-E8B7-81A099959B4B}"/>
              </a:ext>
            </a:extLst>
          </p:cNvPr>
          <p:cNvSpPr/>
          <p:nvPr/>
        </p:nvSpPr>
        <p:spPr>
          <a:xfrm>
            <a:off x="0" y="822960"/>
            <a:ext cx="9144000" cy="4572"/>
          </a:xfrm>
          <a:prstGeom prst="rect">
            <a:avLst/>
          </a:prstGeom>
          <a:solidFill>
            <a:srgbClr val="0A2040"/>
          </a:solidFill>
          <a:ln w="3810">
            <a:solidFill>
              <a:srgbClr val="0A20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>
            <a:extLst>
              <a:ext uri="{FF2B5EF4-FFF2-40B4-BE49-F238E27FC236}">
                <a16:creationId xmlns:a16="http://schemas.microsoft.com/office/drawing/2014/main" id="{A263DA5F-BCA5-0FEA-14E1-7D3ED3EFBEB9}"/>
              </a:ext>
            </a:extLst>
          </p:cNvPr>
          <p:cNvSpPr/>
          <p:nvPr/>
        </p:nvSpPr>
        <p:spPr>
          <a:xfrm>
            <a:off x="0" y="1645920"/>
            <a:ext cx="9144000" cy="4572"/>
          </a:xfrm>
          <a:prstGeom prst="rect">
            <a:avLst/>
          </a:prstGeom>
          <a:solidFill>
            <a:srgbClr val="0A2040"/>
          </a:solidFill>
          <a:ln w="3810">
            <a:solidFill>
              <a:srgbClr val="0A20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>
            <a:extLst>
              <a:ext uri="{FF2B5EF4-FFF2-40B4-BE49-F238E27FC236}">
                <a16:creationId xmlns:a16="http://schemas.microsoft.com/office/drawing/2014/main" id="{801B5010-8D78-7D46-AABB-B5ACB3F5B812}"/>
              </a:ext>
            </a:extLst>
          </p:cNvPr>
          <p:cNvSpPr/>
          <p:nvPr/>
        </p:nvSpPr>
        <p:spPr>
          <a:xfrm>
            <a:off x="0" y="2468880"/>
            <a:ext cx="9144000" cy="4572"/>
          </a:xfrm>
          <a:prstGeom prst="rect">
            <a:avLst/>
          </a:prstGeom>
          <a:solidFill>
            <a:srgbClr val="0A2040"/>
          </a:solidFill>
          <a:ln w="3810">
            <a:solidFill>
              <a:srgbClr val="0A20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>
            <a:extLst>
              <a:ext uri="{FF2B5EF4-FFF2-40B4-BE49-F238E27FC236}">
                <a16:creationId xmlns:a16="http://schemas.microsoft.com/office/drawing/2014/main" id="{3EC7C366-B87C-E8BC-5A34-CF874787EE1A}"/>
              </a:ext>
            </a:extLst>
          </p:cNvPr>
          <p:cNvSpPr/>
          <p:nvPr/>
        </p:nvSpPr>
        <p:spPr>
          <a:xfrm>
            <a:off x="0" y="3291840"/>
            <a:ext cx="9144000" cy="4572"/>
          </a:xfrm>
          <a:prstGeom prst="rect">
            <a:avLst/>
          </a:prstGeom>
          <a:solidFill>
            <a:srgbClr val="0A2040"/>
          </a:solidFill>
          <a:ln w="3810">
            <a:solidFill>
              <a:srgbClr val="0A20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>
            <a:extLst>
              <a:ext uri="{FF2B5EF4-FFF2-40B4-BE49-F238E27FC236}">
                <a16:creationId xmlns:a16="http://schemas.microsoft.com/office/drawing/2014/main" id="{0D572606-3074-5A86-D22C-D9BCAEAA63C8}"/>
              </a:ext>
            </a:extLst>
          </p:cNvPr>
          <p:cNvSpPr/>
          <p:nvPr/>
        </p:nvSpPr>
        <p:spPr>
          <a:xfrm>
            <a:off x="0" y="4114800"/>
            <a:ext cx="9144000" cy="4572"/>
          </a:xfrm>
          <a:prstGeom prst="rect">
            <a:avLst/>
          </a:prstGeom>
          <a:solidFill>
            <a:srgbClr val="0A2040"/>
          </a:solidFill>
          <a:ln w="3810">
            <a:solidFill>
              <a:srgbClr val="0A20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>
            <a:extLst>
              <a:ext uri="{FF2B5EF4-FFF2-40B4-BE49-F238E27FC236}">
                <a16:creationId xmlns:a16="http://schemas.microsoft.com/office/drawing/2014/main" id="{F455C247-1775-9970-C545-363758D313B7}"/>
              </a:ext>
            </a:extLst>
          </p:cNvPr>
          <p:cNvSpPr/>
          <p:nvPr/>
        </p:nvSpPr>
        <p:spPr>
          <a:xfrm>
            <a:off x="0" y="4937760"/>
            <a:ext cx="9144000" cy="4572"/>
          </a:xfrm>
          <a:prstGeom prst="rect">
            <a:avLst/>
          </a:prstGeom>
          <a:solidFill>
            <a:srgbClr val="0A2040"/>
          </a:solidFill>
          <a:ln w="3810">
            <a:solidFill>
              <a:srgbClr val="0A20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>
            <a:extLst>
              <a:ext uri="{FF2B5EF4-FFF2-40B4-BE49-F238E27FC236}">
                <a16:creationId xmlns:a16="http://schemas.microsoft.com/office/drawing/2014/main" id="{B3567611-8ABF-3522-48A1-97682A758000}"/>
              </a:ext>
            </a:extLst>
          </p:cNvPr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1" name="Shape 19">
            <a:extLst>
              <a:ext uri="{FF2B5EF4-FFF2-40B4-BE49-F238E27FC236}">
                <a16:creationId xmlns:a16="http://schemas.microsoft.com/office/drawing/2014/main" id="{F184A4CC-1F52-FB24-7A66-B7F82991FF6B}"/>
              </a:ext>
            </a:extLst>
          </p:cNvPr>
          <p:cNvSpPr/>
          <p:nvPr/>
        </p:nvSpPr>
        <p:spPr>
          <a:xfrm>
            <a:off x="0" y="5093208"/>
            <a:ext cx="9144000" cy="50292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2" name="Shape 20">
            <a:extLst>
              <a:ext uri="{FF2B5EF4-FFF2-40B4-BE49-F238E27FC236}">
                <a16:creationId xmlns:a16="http://schemas.microsoft.com/office/drawing/2014/main" id="{2EB73A1B-D131-0AA0-58A8-9C2A21D1D378}"/>
              </a:ext>
            </a:extLst>
          </p:cNvPr>
          <p:cNvSpPr/>
          <p:nvPr/>
        </p:nvSpPr>
        <p:spPr>
          <a:xfrm>
            <a:off x="73152" y="64008"/>
            <a:ext cx="274320" cy="36576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3" name="Shape 21">
            <a:extLst>
              <a:ext uri="{FF2B5EF4-FFF2-40B4-BE49-F238E27FC236}">
                <a16:creationId xmlns:a16="http://schemas.microsoft.com/office/drawing/2014/main" id="{F28C8D9A-02A1-60EF-E7FF-154861163428}"/>
              </a:ext>
            </a:extLst>
          </p:cNvPr>
          <p:cNvSpPr/>
          <p:nvPr/>
        </p:nvSpPr>
        <p:spPr>
          <a:xfrm>
            <a:off x="73152" y="64008"/>
            <a:ext cx="36576" cy="22860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4" name="Shape 22">
            <a:extLst>
              <a:ext uri="{FF2B5EF4-FFF2-40B4-BE49-F238E27FC236}">
                <a16:creationId xmlns:a16="http://schemas.microsoft.com/office/drawing/2014/main" id="{E9CA3B47-17C2-8633-ABD4-BEE55A7CD63C}"/>
              </a:ext>
            </a:extLst>
          </p:cNvPr>
          <p:cNvSpPr/>
          <p:nvPr/>
        </p:nvSpPr>
        <p:spPr>
          <a:xfrm>
            <a:off x="8796528" y="64008"/>
            <a:ext cx="274320" cy="36576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5" name="Shape 23">
            <a:extLst>
              <a:ext uri="{FF2B5EF4-FFF2-40B4-BE49-F238E27FC236}">
                <a16:creationId xmlns:a16="http://schemas.microsoft.com/office/drawing/2014/main" id="{C847D4D4-3331-9772-0B9C-71213F5C57E1}"/>
              </a:ext>
            </a:extLst>
          </p:cNvPr>
          <p:cNvSpPr/>
          <p:nvPr/>
        </p:nvSpPr>
        <p:spPr>
          <a:xfrm>
            <a:off x="9034272" y="64008"/>
            <a:ext cx="36576" cy="22860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6" name="Shape 24">
            <a:extLst>
              <a:ext uri="{FF2B5EF4-FFF2-40B4-BE49-F238E27FC236}">
                <a16:creationId xmlns:a16="http://schemas.microsoft.com/office/drawing/2014/main" id="{4A272955-A30B-D9C7-0224-76BC269ED399}"/>
              </a:ext>
            </a:extLst>
          </p:cNvPr>
          <p:cNvSpPr/>
          <p:nvPr/>
        </p:nvSpPr>
        <p:spPr>
          <a:xfrm>
            <a:off x="73152" y="5042916"/>
            <a:ext cx="274320" cy="36576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7" name="Shape 25">
            <a:extLst>
              <a:ext uri="{FF2B5EF4-FFF2-40B4-BE49-F238E27FC236}">
                <a16:creationId xmlns:a16="http://schemas.microsoft.com/office/drawing/2014/main" id="{DA9FCEEC-1537-7D00-63C1-E873E66B1848}"/>
              </a:ext>
            </a:extLst>
          </p:cNvPr>
          <p:cNvSpPr/>
          <p:nvPr/>
        </p:nvSpPr>
        <p:spPr>
          <a:xfrm>
            <a:off x="73152" y="4850892"/>
            <a:ext cx="36576" cy="22860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8" name="Shape 26">
            <a:extLst>
              <a:ext uri="{FF2B5EF4-FFF2-40B4-BE49-F238E27FC236}">
                <a16:creationId xmlns:a16="http://schemas.microsoft.com/office/drawing/2014/main" id="{6D2ACEEA-697F-2CC9-DAD8-94AA1E84C0A1}"/>
              </a:ext>
            </a:extLst>
          </p:cNvPr>
          <p:cNvSpPr/>
          <p:nvPr/>
        </p:nvSpPr>
        <p:spPr>
          <a:xfrm>
            <a:off x="8796528" y="5042916"/>
            <a:ext cx="274320" cy="36576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9" name="Shape 27">
            <a:extLst>
              <a:ext uri="{FF2B5EF4-FFF2-40B4-BE49-F238E27FC236}">
                <a16:creationId xmlns:a16="http://schemas.microsoft.com/office/drawing/2014/main" id="{593093DF-EA24-B25A-B0E5-AD5D6F58071F}"/>
              </a:ext>
            </a:extLst>
          </p:cNvPr>
          <p:cNvSpPr/>
          <p:nvPr/>
        </p:nvSpPr>
        <p:spPr>
          <a:xfrm>
            <a:off x="9034272" y="4850892"/>
            <a:ext cx="36576" cy="22860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30" name="Shape 28">
            <a:extLst>
              <a:ext uri="{FF2B5EF4-FFF2-40B4-BE49-F238E27FC236}">
                <a16:creationId xmlns:a16="http://schemas.microsoft.com/office/drawing/2014/main" id="{15B48A55-3E9A-9F3D-5D1A-1E64E7DA057D}"/>
              </a:ext>
            </a:extLst>
          </p:cNvPr>
          <p:cNvSpPr/>
          <p:nvPr/>
        </p:nvSpPr>
        <p:spPr>
          <a:xfrm>
            <a:off x="182880" y="109728"/>
            <a:ext cx="960120" cy="475488"/>
          </a:xfrm>
          <a:prstGeom prst="ellipse">
            <a:avLst/>
          </a:prstGeom>
          <a:solidFill>
            <a:srgbClr val="1C0E00"/>
          </a:solidFill>
          <a:ln w="17780">
            <a:solidFill>
              <a:srgbClr val="FF9500"/>
            </a:solidFill>
            <a:prstDash val="soli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31" name="Text 29">
            <a:extLst>
              <a:ext uri="{FF2B5EF4-FFF2-40B4-BE49-F238E27FC236}">
                <a16:creationId xmlns:a16="http://schemas.microsoft.com/office/drawing/2014/main" id="{6E91C3BD-9938-0552-D5DC-6F3F39409B7A}"/>
              </a:ext>
            </a:extLst>
          </p:cNvPr>
          <p:cNvSpPr/>
          <p:nvPr/>
        </p:nvSpPr>
        <p:spPr>
          <a:xfrm>
            <a:off x="182880" y="109728"/>
            <a:ext cx="960120" cy="475488"/>
          </a:xfrm>
          <a:prstGeom prst="rect">
            <a:avLst/>
          </a:prstGeom>
          <a:noFill/>
          <a:ln/>
          <a:effectLst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95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POWER</a:t>
            </a:r>
            <a:endParaRPr lang="en-US" sz="800" dirty="0"/>
          </a:p>
          <a:p>
            <a:pPr marL="0" indent="0" algn="ctr">
              <a:buNone/>
            </a:pPr>
            <a:r>
              <a:rPr lang="en-US" sz="800" b="1" dirty="0">
                <a:solidFill>
                  <a:srgbClr val="FF95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</a:t>
            </a:r>
            <a:endParaRPr lang="en-US" sz="800" dirty="0"/>
          </a:p>
        </p:txBody>
      </p:sp>
      <p:sp>
        <p:nvSpPr>
          <p:cNvPr id="39" name="Text 37">
            <a:extLst>
              <a:ext uri="{FF2B5EF4-FFF2-40B4-BE49-F238E27FC236}">
                <a16:creationId xmlns:a16="http://schemas.microsoft.com/office/drawing/2014/main" id="{08ED6E03-951A-3E83-4CEA-393C78EB2CB9}"/>
              </a:ext>
            </a:extLst>
          </p:cNvPr>
          <p:cNvSpPr/>
          <p:nvPr/>
        </p:nvSpPr>
        <p:spPr>
          <a:xfrm>
            <a:off x="256032" y="786384"/>
            <a:ext cx="2011680" cy="256032"/>
          </a:xfrm>
          <a:prstGeom prst="rect">
            <a:avLst/>
          </a:prstGeom>
          <a:noFill/>
          <a:ln/>
          <a:effectLst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b="1" kern="0" spc="300" dirty="0">
                <a:solidFill>
                  <a:srgbClr val="6688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TOP MODULE</a:t>
            </a:r>
            <a:endParaRPr lang="en-US" sz="750" dirty="0"/>
          </a:p>
        </p:txBody>
      </p:sp>
      <p:sp>
        <p:nvSpPr>
          <p:cNvPr id="40" name="Shape 38">
            <a:extLst>
              <a:ext uri="{FF2B5EF4-FFF2-40B4-BE49-F238E27FC236}">
                <a16:creationId xmlns:a16="http://schemas.microsoft.com/office/drawing/2014/main" id="{42625D8C-9CFC-2EC8-843C-194AEB736F75}"/>
              </a:ext>
            </a:extLst>
          </p:cNvPr>
          <p:cNvSpPr/>
          <p:nvPr/>
        </p:nvSpPr>
        <p:spPr>
          <a:xfrm>
            <a:off x="411480" y="896112"/>
            <a:ext cx="1783080" cy="804672"/>
          </a:xfrm>
          <a:prstGeom prst="rect">
            <a:avLst/>
          </a:prstGeom>
          <a:solidFill>
            <a:srgbClr val="0B2850"/>
          </a:solidFill>
          <a:ln w="15240">
            <a:solidFill>
              <a:srgbClr val="2B7AE0"/>
            </a:solidFill>
            <a:prstDash val="soli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41" name="Text 39">
            <a:extLst>
              <a:ext uri="{FF2B5EF4-FFF2-40B4-BE49-F238E27FC236}">
                <a16:creationId xmlns:a16="http://schemas.microsoft.com/office/drawing/2014/main" id="{4630D49F-9B40-E483-7A55-4A6CE452DA18}"/>
              </a:ext>
            </a:extLst>
          </p:cNvPr>
          <p:cNvSpPr/>
          <p:nvPr/>
        </p:nvSpPr>
        <p:spPr>
          <a:xfrm>
            <a:off x="411480" y="896112"/>
            <a:ext cx="1783080" cy="450616"/>
          </a:xfrm>
          <a:prstGeom prst="rect">
            <a:avLst/>
          </a:prstGeom>
          <a:noFill/>
          <a:ln/>
          <a:effectLst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BOOT FSM</a:t>
            </a:r>
            <a:endParaRPr lang="en-US" sz="900" dirty="0"/>
          </a:p>
        </p:txBody>
      </p:sp>
      <p:sp>
        <p:nvSpPr>
          <p:cNvPr id="42" name="Text 40">
            <a:extLst>
              <a:ext uri="{FF2B5EF4-FFF2-40B4-BE49-F238E27FC236}">
                <a16:creationId xmlns:a16="http://schemas.microsoft.com/office/drawing/2014/main" id="{60A81E62-2B37-A84A-C5B2-F14505431E51}"/>
              </a:ext>
            </a:extLst>
          </p:cNvPr>
          <p:cNvSpPr/>
          <p:nvPr/>
        </p:nvSpPr>
        <p:spPr>
          <a:xfrm>
            <a:off x="411480" y="1314541"/>
            <a:ext cx="1783080" cy="386243"/>
          </a:xfrm>
          <a:prstGeom prst="rect">
            <a:avLst/>
          </a:prstGeom>
          <a:noFill/>
          <a:ln/>
          <a:effectLst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00" i="1" dirty="0">
                <a:solidFill>
                  <a:srgbClr val="6688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Controller</a:t>
            </a:r>
            <a:endParaRPr lang="en-US" sz="700" dirty="0"/>
          </a:p>
        </p:txBody>
      </p:sp>
      <p:sp>
        <p:nvSpPr>
          <p:cNvPr id="45" name="Shape 43">
            <a:extLst>
              <a:ext uri="{FF2B5EF4-FFF2-40B4-BE49-F238E27FC236}">
                <a16:creationId xmlns:a16="http://schemas.microsoft.com/office/drawing/2014/main" id="{1A717747-3744-5FC6-91CF-370174271311}"/>
              </a:ext>
            </a:extLst>
          </p:cNvPr>
          <p:cNvSpPr/>
          <p:nvPr/>
        </p:nvSpPr>
        <p:spPr>
          <a:xfrm>
            <a:off x="411480" y="2834640"/>
            <a:ext cx="1783080" cy="804672"/>
          </a:xfrm>
          <a:prstGeom prst="rect">
            <a:avLst/>
          </a:prstGeom>
          <a:solidFill>
            <a:srgbClr val="012018"/>
          </a:solidFill>
          <a:ln w="15240">
            <a:solidFill>
              <a:srgbClr val="00B860"/>
            </a:solidFill>
            <a:prstDash val="soli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46" name="Text 44">
            <a:extLst>
              <a:ext uri="{FF2B5EF4-FFF2-40B4-BE49-F238E27FC236}">
                <a16:creationId xmlns:a16="http://schemas.microsoft.com/office/drawing/2014/main" id="{7A796DF3-B6D9-812B-5EC0-E59109C5E974}"/>
              </a:ext>
            </a:extLst>
          </p:cNvPr>
          <p:cNvSpPr/>
          <p:nvPr/>
        </p:nvSpPr>
        <p:spPr>
          <a:xfrm>
            <a:off x="411480" y="2834640"/>
            <a:ext cx="1783080" cy="450616"/>
          </a:xfrm>
          <a:prstGeom prst="rect">
            <a:avLst/>
          </a:prstGeom>
          <a:noFill/>
          <a:ln/>
          <a:effectLst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POLICY</a:t>
            </a:r>
            <a:endParaRPr lang="en-US" sz="900" dirty="0"/>
          </a:p>
        </p:txBody>
      </p:sp>
      <p:sp>
        <p:nvSpPr>
          <p:cNvPr id="47" name="Text 45">
            <a:extLst>
              <a:ext uri="{FF2B5EF4-FFF2-40B4-BE49-F238E27FC236}">
                <a16:creationId xmlns:a16="http://schemas.microsoft.com/office/drawing/2014/main" id="{FB3F970F-FEE6-1AEA-96D9-7EE3BBD93F5E}"/>
              </a:ext>
            </a:extLst>
          </p:cNvPr>
          <p:cNvSpPr/>
          <p:nvPr/>
        </p:nvSpPr>
        <p:spPr>
          <a:xfrm>
            <a:off x="411480" y="3253069"/>
            <a:ext cx="1783080" cy="386243"/>
          </a:xfrm>
          <a:prstGeom prst="rect">
            <a:avLst/>
          </a:prstGeom>
          <a:noFill/>
          <a:ln/>
          <a:effectLst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00" i="1" dirty="0">
                <a:solidFill>
                  <a:srgbClr val="6688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Engine</a:t>
            </a:r>
            <a:endParaRPr lang="en-US" sz="700" dirty="0"/>
          </a:p>
        </p:txBody>
      </p:sp>
      <p:sp>
        <p:nvSpPr>
          <p:cNvPr id="48" name="Shape 46">
            <a:extLst>
              <a:ext uri="{FF2B5EF4-FFF2-40B4-BE49-F238E27FC236}">
                <a16:creationId xmlns:a16="http://schemas.microsoft.com/office/drawing/2014/main" id="{B1FC9FB9-D549-B1AF-34A0-AAAB9DCDD7A7}"/>
              </a:ext>
            </a:extLst>
          </p:cNvPr>
          <p:cNvSpPr/>
          <p:nvPr/>
        </p:nvSpPr>
        <p:spPr>
          <a:xfrm>
            <a:off x="3529584" y="2896088"/>
            <a:ext cx="1975104" cy="804672"/>
          </a:xfrm>
          <a:prstGeom prst="rect">
            <a:avLst/>
          </a:prstGeom>
          <a:solidFill>
            <a:srgbClr val="251000"/>
          </a:solidFill>
          <a:ln w="15240">
            <a:solidFill>
              <a:srgbClr val="CC6600"/>
            </a:solidFill>
            <a:prstDash val="soli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49" name="Text 47">
            <a:extLst>
              <a:ext uri="{FF2B5EF4-FFF2-40B4-BE49-F238E27FC236}">
                <a16:creationId xmlns:a16="http://schemas.microsoft.com/office/drawing/2014/main" id="{682DD51D-1878-6D36-8051-834336F97DB1}"/>
              </a:ext>
            </a:extLst>
          </p:cNvPr>
          <p:cNvSpPr/>
          <p:nvPr/>
        </p:nvSpPr>
        <p:spPr>
          <a:xfrm>
            <a:off x="3529584" y="2896088"/>
            <a:ext cx="1975104" cy="450616"/>
          </a:xfrm>
          <a:prstGeom prst="rect">
            <a:avLst/>
          </a:prstGeom>
          <a:noFill/>
          <a:ln/>
          <a:effectLst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RETRY</a:t>
            </a:r>
            <a:endParaRPr lang="en-US" sz="900" dirty="0"/>
          </a:p>
        </p:txBody>
      </p:sp>
      <p:sp>
        <p:nvSpPr>
          <p:cNvPr id="50" name="Text 48">
            <a:extLst>
              <a:ext uri="{FF2B5EF4-FFF2-40B4-BE49-F238E27FC236}">
                <a16:creationId xmlns:a16="http://schemas.microsoft.com/office/drawing/2014/main" id="{756F0B99-1603-929F-5094-5E0F2BAD047C}"/>
              </a:ext>
            </a:extLst>
          </p:cNvPr>
          <p:cNvSpPr/>
          <p:nvPr/>
        </p:nvSpPr>
        <p:spPr>
          <a:xfrm>
            <a:off x="3529584" y="3355157"/>
            <a:ext cx="1975104" cy="386243"/>
          </a:xfrm>
          <a:prstGeom prst="rect">
            <a:avLst/>
          </a:prstGeom>
          <a:noFill/>
          <a:ln/>
          <a:effectLst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00" i="1" dirty="0">
                <a:solidFill>
                  <a:srgbClr val="6688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Counter</a:t>
            </a:r>
            <a:endParaRPr lang="en-US" sz="700" dirty="0"/>
          </a:p>
        </p:txBody>
      </p:sp>
      <p:sp>
        <p:nvSpPr>
          <p:cNvPr id="51" name="Shape 49">
            <a:extLst>
              <a:ext uri="{FF2B5EF4-FFF2-40B4-BE49-F238E27FC236}">
                <a16:creationId xmlns:a16="http://schemas.microsoft.com/office/drawing/2014/main" id="{94658C20-7BDF-F8C1-C1F4-CFA6CA820166}"/>
              </a:ext>
            </a:extLst>
          </p:cNvPr>
          <p:cNvSpPr/>
          <p:nvPr/>
        </p:nvSpPr>
        <p:spPr>
          <a:xfrm>
            <a:off x="6748272" y="2834640"/>
            <a:ext cx="1828800" cy="804672"/>
          </a:xfrm>
          <a:prstGeom prst="rect">
            <a:avLst/>
          </a:prstGeom>
          <a:solidFill>
            <a:srgbClr val="250000"/>
          </a:solidFill>
          <a:ln w="15240">
            <a:solidFill>
              <a:srgbClr val="CC1122"/>
            </a:solidFill>
            <a:prstDash val="soli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52" name="Text 50">
            <a:extLst>
              <a:ext uri="{FF2B5EF4-FFF2-40B4-BE49-F238E27FC236}">
                <a16:creationId xmlns:a16="http://schemas.microsoft.com/office/drawing/2014/main" id="{2D8A9558-8D12-D684-1DC3-A4A5A0ED08C8}"/>
              </a:ext>
            </a:extLst>
          </p:cNvPr>
          <p:cNvSpPr/>
          <p:nvPr/>
        </p:nvSpPr>
        <p:spPr>
          <a:xfrm>
            <a:off x="6748272" y="2834640"/>
            <a:ext cx="1828800" cy="450616"/>
          </a:xfrm>
          <a:prstGeom prst="rect">
            <a:avLst/>
          </a:prstGeom>
          <a:noFill/>
          <a:ln/>
          <a:effectLst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LOCKDOWN</a:t>
            </a:r>
            <a:endParaRPr lang="en-US" sz="900" dirty="0"/>
          </a:p>
        </p:txBody>
      </p:sp>
      <p:sp>
        <p:nvSpPr>
          <p:cNvPr id="53" name="Text 51">
            <a:extLst>
              <a:ext uri="{FF2B5EF4-FFF2-40B4-BE49-F238E27FC236}">
                <a16:creationId xmlns:a16="http://schemas.microsoft.com/office/drawing/2014/main" id="{F9F9C443-976A-6D1B-23EF-61996CE452CA}"/>
              </a:ext>
            </a:extLst>
          </p:cNvPr>
          <p:cNvSpPr/>
          <p:nvPr/>
        </p:nvSpPr>
        <p:spPr>
          <a:xfrm>
            <a:off x="6748272" y="3253069"/>
            <a:ext cx="1828800" cy="386243"/>
          </a:xfrm>
          <a:prstGeom prst="rect">
            <a:avLst/>
          </a:prstGeom>
          <a:noFill/>
          <a:ln/>
          <a:effectLst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00" i="1" dirty="0">
                <a:solidFill>
                  <a:srgbClr val="6688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Control</a:t>
            </a:r>
            <a:endParaRPr lang="en-US" sz="700" dirty="0"/>
          </a:p>
        </p:txBody>
      </p:sp>
      <p:sp>
        <p:nvSpPr>
          <p:cNvPr id="54" name="Shape 52">
            <a:extLst>
              <a:ext uri="{FF2B5EF4-FFF2-40B4-BE49-F238E27FC236}">
                <a16:creationId xmlns:a16="http://schemas.microsoft.com/office/drawing/2014/main" id="{87661B5B-D19C-939E-C1AC-ADDB5990C3AD}"/>
              </a:ext>
            </a:extLst>
          </p:cNvPr>
          <p:cNvSpPr/>
          <p:nvPr/>
        </p:nvSpPr>
        <p:spPr>
          <a:xfrm>
            <a:off x="2194560" y="4206240"/>
            <a:ext cx="4754880" cy="548640"/>
          </a:xfrm>
          <a:prstGeom prst="rect">
            <a:avLst/>
          </a:prstGeom>
          <a:solidFill>
            <a:srgbClr val="001E0E">
              <a:alpha val="90000"/>
            </a:srgbClr>
          </a:solidFill>
          <a:ln w="17780">
            <a:solidFill>
              <a:srgbClr val="00CC66"/>
            </a:solidFill>
            <a:prstDash val="soli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55" name="Text 53">
            <a:extLst>
              <a:ext uri="{FF2B5EF4-FFF2-40B4-BE49-F238E27FC236}">
                <a16:creationId xmlns:a16="http://schemas.microsoft.com/office/drawing/2014/main" id="{D2C8F422-5424-757F-35F4-A0B5171B1BF0}"/>
              </a:ext>
            </a:extLst>
          </p:cNvPr>
          <p:cNvSpPr/>
          <p:nvPr/>
        </p:nvSpPr>
        <p:spPr>
          <a:xfrm>
            <a:off x="2194560" y="4206240"/>
            <a:ext cx="4754880" cy="548640"/>
          </a:xfrm>
          <a:prstGeom prst="rect">
            <a:avLst/>
          </a:prstGeom>
          <a:noFill/>
          <a:ln/>
          <a:effectLst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CC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DEVICE TO BE AUTHENTICATED</a:t>
            </a:r>
            <a:endParaRPr lang="en-US" sz="1000" dirty="0"/>
          </a:p>
        </p:txBody>
      </p:sp>
      <p:sp>
        <p:nvSpPr>
          <p:cNvPr id="38" name="Shape 54">
            <a:extLst>
              <a:ext uri="{FF2B5EF4-FFF2-40B4-BE49-F238E27FC236}">
                <a16:creationId xmlns:a16="http://schemas.microsoft.com/office/drawing/2014/main" id="{DB8840BB-093C-502B-B7BE-DD12F6E9795A}"/>
              </a:ext>
            </a:extLst>
          </p:cNvPr>
          <p:cNvSpPr/>
          <p:nvPr/>
        </p:nvSpPr>
        <p:spPr>
          <a:xfrm>
            <a:off x="662940" y="585216"/>
            <a:ext cx="0" cy="281087"/>
          </a:xfrm>
          <a:prstGeom prst="line">
            <a:avLst/>
          </a:prstGeom>
          <a:noFill/>
          <a:ln w="22860">
            <a:solidFill>
              <a:srgbClr val="FF9500">
                <a:alpha val="95000"/>
              </a:srgbClr>
            </a:solidFill>
            <a:prstDash val="solid"/>
            <a:tailEnd type="triangle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60" name="Text 55">
            <a:extLst>
              <a:ext uri="{FF2B5EF4-FFF2-40B4-BE49-F238E27FC236}">
                <a16:creationId xmlns:a16="http://schemas.microsoft.com/office/drawing/2014/main" id="{19C93306-1F03-6A8D-4E4D-C63C9A36E78E}"/>
              </a:ext>
            </a:extLst>
          </p:cNvPr>
          <p:cNvSpPr/>
          <p:nvPr/>
        </p:nvSpPr>
        <p:spPr>
          <a:xfrm>
            <a:off x="961898" y="585216"/>
            <a:ext cx="1005840" cy="228600"/>
          </a:xfrm>
          <a:prstGeom prst="rect">
            <a:avLst/>
          </a:prstGeom>
          <a:solidFill>
            <a:srgbClr val="041020"/>
          </a:solidFill>
          <a:ln w="8890">
            <a:solidFill>
              <a:srgbClr val="FF9500"/>
            </a:solidFill>
          </a:ln>
          <a:effectLst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95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Boot request</a:t>
            </a:r>
            <a:endParaRPr lang="en-US" sz="750" dirty="0"/>
          </a:p>
        </p:txBody>
      </p:sp>
      <p:sp>
        <p:nvSpPr>
          <p:cNvPr id="43" name="Shape 41">
            <a:extLst>
              <a:ext uri="{FF2B5EF4-FFF2-40B4-BE49-F238E27FC236}">
                <a16:creationId xmlns:a16="http://schemas.microsoft.com/office/drawing/2014/main" id="{EA81ED76-05AB-F4D4-952C-82F60471BF6D}"/>
              </a:ext>
            </a:extLst>
          </p:cNvPr>
          <p:cNvSpPr/>
          <p:nvPr/>
        </p:nvSpPr>
        <p:spPr>
          <a:xfrm>
            <a:off x="3291840" y="1481328"/>
            <a:ext cx="2560320" cy="1115568"/>
          </a:xfrm>
          <a:prstGeom prst="ellipse">
            <a:avLst/>
          </a:prstGeom>
          <a:solidFill>
            <a:srgbClr val="012010"/>
          </a:solidFill>
          <a:ln w="19050">
            <a:solidFill>
              <a:srgbClr val="00E878"/>
            </a:solidFill>
            <a:prstDash val="soli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44" name="Text 42">
            <a:extLst>
              <a:ext uri="{FF2B5EF4-FFF2-40B4-BE49-F238E27FC236}">
                <a16:creationId xmlns:a16="http://schemas.microsoft.com/office/drawing/2014/main" id="{D3FFBAE4-4657-A4B2-BB49-85802426C0FC}"/>
              </a:ext>
            </a:extLst>
          </p:cNvPr>
          <p:cNvSpPr/>
          <p:nvPr/>
        </p:nvSpPr>
        <p:spPr>
          <a:xfrm>
            <a:off x="3291840" y="1481328"/>
            <a:ext cx="2560320" cy="1115568"/>
          </a:xfrm>
          <a:prstGeom prst="rect">
            <a:avLst/>
          </a:prstGeom>
          <a:noFill/>
          <a:ln/>
          <a:effectLst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6688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AUTHENTICATION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6688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DONE ✓</a:t>
            </a:r>
            <a:endParaRPr lang="en-US" sz="900" dirty="0"/>
          </a:p>
        </p:txBody>
      </p:sp>
      <p:sp>
        <p:nvSpPr>
          <p:cNvPr id="56" name="Shape 66">
            <a:extLst>
              <a:ext uri="{FF2B5EF4-FFF2-40B4-BE49-F238E27FC236}">
                <a16:creationId xmlns:a16="http://schemas.microsoft.com/office/drawing/2014/main" id="{5B95AF57-E4C3-F589-F7E4-39208B15E7FF}"/>
              </a:ext>
            </a:extLst>
          </p:cNvPr>
          <p:cNvSpPr/>
          <p:nvPr/>
        </p:nvSpPr>
        <p:spPr>
          <a:xfrm>
            <a:off x="7150608" y="91440"/>
            <a:ext cx="1883664" cy="365760"/>
          </a:xfrm>
          <a:prstGeom prst="rect">
            <a:avLst/>
          </a:prstGeom>
          <a:solidFill>
            <a:srgbClr val="071830"/>
          </a:solidFill>
          <a:ln w="12700">
            <a:solidFill>
              <a:srgbClr val="00E878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57" name="Text 67">
            <a:extLst>
              <a:ext uri="{FF2B5EF4-FFF2-40B4-BE49-F238E27FC236}">
                <a16:creationId xmlns:a16="http://schemas.microsoft.com/office/drawing/2014/main" id="{6282E1A1-3092-B44E-7D72-B1071D523419}"/>
              </a:ext>
            </a:extLst>
          </p:cNvPr>
          <p:cNvSpPr/>
          <p:nvPr/>
        </p:nvSpPr>
        <p:spPr>
          <a:xfrm>
            <a:off x="7150608" y="91440"/>
            <a:ext cx="188366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00E8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· AUTH_DONE</a:t>
            </a:r>
            <a:endParaRPr lang="en-US" sz="700" dirty="0"/>
          </a:p>
        </p:txBody>
      </p:sp>
      <p:sp>
        <p:nvSpPr>
          <p:cNvPr id="58" name="Shape 68">
            <a:extLst>
              <a:ext uri="{FF2B5EF4-FFF2-40B4-BE49-F238E27FC236}">
                <a16:creationId xmlns:a16="http://schemas.microsoft.com/office/drawing/2014/main" id="{9A7D0F48-BA65-16D1-C4B0-BDC37937C3B3}"/>
              </a:ext>
            </a:extLst>
          </p:cNvPr>
          <p:cNvSpPr/>
          <p:nvPr/>
        </p:nvSpPr>
        <p:spPr>
          <a:xfrm>
            <a:off x="109728" y="4668012"/>
            <a:ext cx="1858010" cy="347472"/>
          </a:xfrm>
          <a:prstGeom prst="rect">
            <a:avLst/>
          </a:prstGeom>
          <a:solidFill>
            <a:srgbClr val="071830"/>
          </a:solidFill>
          <a:ln w="10160">
            <a:solidFill>
              <a:srgbClr val="00E87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7" name="Text 69">
            <a:extLst>
              <a:ext uri="{FF2B5EF4-FFF2-40B4-BE49-F238E27FC236}">
                <a16:creationId xmlns:a16="http://schemas.microsoft.com/office/drawing/2014/main" id="{F83D15E4-3C3B-7C56-10CF-C404509E6CA0}"/>
              </a:ext>
            </a:extLst>
          </p:cNvPr>
          <p:cNvSpPr/>
          <p:nvPr/>
        </p:nvSpPr>
        <p:spPr>
          <a:xfrm>
            <a:off x="109728" y="4668012"/>
            <a:ext cx="1858010" cy="347472"/>
          </a:xfrm>
          <a:prstGeom prst="rect">
            <a:avLst/>
          </a:prstGeom>
          <a:noFill/>
          <a:ln/>
        </p:spPr>
        <p:txBody>
          <a:bodyPr wrap="square" lIns="0" tIns="7620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0E8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 AUTH_COMPLETED</a:t>
            </a:r>
            <a:endParaRPr lang="en-US" sz="800" dirty="0"/>
          </a:p>
        </p:txBody>
      </p:sp>
      <p:sp>
        <p:nvSpPr>
          <p:cNvPr id="68" name="Shape 56">
            <a:extLst>
              <a:ext uri="{FF2B5EF4-FFF2-40B4-BE49-F238E27FC236}">
                <a16:creationId xmlns:a16="http://schemas.microsoft.com/office/drawing/2014/main" id="{31BD3D5D-0E11-58D6-28E2-8962200DD346}"/>
              </a:ext>
            </a:extLst>
          </p:cNvPr>
          <p:cNvSpPr/>
          <p:nvPr/>
        </p:nvSpPr>
        <p:spPr>
          <a:xfrm>
            <a:off x="2194560" y="1298448"/>
            <a:ext cx="1120140" cy="505480"/>
          </a:xfrm>
          <a:prstGeom prst="line">
            <a:avLst/>
          </a:prstGeom>
          <a:noFill/>
          <a:ln w="22860">
            <a:solidFill>
              <a:srgbClr val="00D4FF">
                <a:alpha val="95000"/>
              </a:srgbClr>
            </a:solidFill>
            <a:prstDash val="solid"/>
            <a:tailEnd type="triangle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6" name="Text 57">
            <a:extLst>
              <a:ext uri="{FF2B5EF4-FFF2-40B4-BE49-F238E27FC236}">
                <a16:creationId xmlns:a16="http://schemas.microsoft.com/office/drawing/2014/main" id="{3110CC40-22BB-C8C8-6519-45B4F47E6B5F}"/>
              </a:ext>
            </a:extLst>
          </p:cNvPr>
          <p:cNvSpPr/>
          <p:nvPr/>
        </p:nvSpPr>
        <p:spPr>
          <a:xfrm>
            <a:off x="2590038" y="1189401"/>
            <a:ext cx="868680" cy="219456"/>
          </a:xfrm>
          <a:prstGeom prst="rect">
            <a:avLst/>
          </a:prstGeom>
          <a:solidFill>
            <a:srgbClr val="041020"/>
          </a:solidFill>
          <a:ln w="8890">
            <a:solidFill>
              <a:srgbClr val="00D4FF"/>
            </a:solidFill>
          </a:ln>
          <a:effectLst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auth_start</a:t>
            </a:r>
            <a:endParaRPr lang="en-US" sz="750" dirty="0"/>
          </a:p>
        </p:txBody>
      </p:sp>
      <p:sp>
        <p:nvSpPr>
          <p:cNvPr id="77" name="Shape 30">
            <a:extLst>
              <a:ext uri="{FF2B5EF4-FFF2-40B4-BE49-F238E27FC236}">
                <a16:creationId xmlns:a16="http://schemas.microsoft.com/office/drawing/2014/main" id="{5966C560-ABEF-65D6-3281-B60E1731650F}"/>
              </a:ext>
            </a:extLst>
          </p:cNvPr>
          <p:cNvSpPr/>
          <p:nvPr/>
        </p:nvSpPr>
        <p:spPr>
          <a:xfrm>
            <a:off x="3627120" y="109728"/>
            <a:ext cx="1920240" cy="475488"/>
          </a:xfrm>
          <a:prstGeom prst="rect">
            <a:avLst/>
          </a:prstGeom>
          <a:solidFill>
            <a:srgbClr val="180038"/>
          </a:solidFill>
          <a:ln w="15240">
            <a:solidFill>
              <a:srgbClr val="8844EE"/>
            </a:solidFill>
            <a:prstDash val="soli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8" name="Text 31">
            <a:extLst>
              <a:ext uri="{FF2B5EF4-FFF2-40B4-BE49-F238E27FC236}">
                <a16:creationId xmlns:a16="http://schemas.microsoft.com/office/drawing/2014/main" id="{E4772214-A6B2-2E5C-BB1B-5A35A925A1E4}"/>
              </a:ext>
            </a:extLst>
          </p:cNvPr>
          <p:cNvSpPr/>
          <p:nvPr/>
        </p:nvSpPr>
        <p:spPr>
          <a:xfrm>
            <a:off x="3627120" y="109728"/>
            <a:ext cx="1920240" cy="266273"/>
          </a:xfrm>
          <a:prstGeom prst="rect">
            <a:avLst/>
          </a:prstGeom>
          <a:noFill/>
          <a:ln/>
          <a:effectLst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MEMORY</a:t>
            </a:r>
            <a:endParaRPr lang="en-US" sz="900" dirty="0"/>
          </a:p>
        </p:txBody>
      </p:sp>
      <p:sp>
        <p:nvSpPr>
          <p:cNvPr id="79" name="Text 32">
            <a:extLst>
              <a:ext uri="{FF2B5EF4-FFF2-40B4-BE49-F238E27FC236}">
                <a16:creationId xmlns:a16="http://schemas.microsoft.com/office/drawing/2014/main" id="{97283729-5B70-8A9E-D70D-CE558653F952}"/>
              </a:ext>
            </a:extLst>
          </p:cNvPr>
          <p:cNvSpPr/>
          <p:nvPr/>
        </p:nvSpPr>
        <p:spPr>
          <a:xfrm>
            <a:off x="3627120" y="356982"/>
            <a:ext cx="1920240" cy="228234"/>
          </a:xfrm>
          <a:prstGeom prst="rect">
            <a:avLst/>
          </a:prstGeom>
          <a:noFill/>
          <a:ln/>
          <a:effectLst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00" i="1" dirty="0">
                <a:solidFill>
                  <a:srgbClr val="6688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DDR / Flash</a:t>
            </a:r>
            <a:endParaRPr lang="en-US" sz="700" dirty="0"/>
          </a:p>
        </p:txBody>
      </p:sp>
      <p:sp>
        <p:nvSpPr>
          <p:cNvPr id="80" name="Shape 33">
            <a:extLst>
              <a:ext uri="{FF2B5EF4-FFF2-40B4-BE49-F238E27FC236}">
                <a16:creationId xmlns:a16="http://schemas.microsoft.com/office/drawing/2014/main" id="{C033798F-2713-2B44-CDF4-49D8C8C2FAB2}"/>
              </a:ext>
            </a:extLst>
          </p:cNvPr>
          <p:cNvSpPr/>
          <p:nvPr/>
        </p:nvSpPr>
        <p:spPr>
          <a:xfrm>
            <a:off x="6752844" y="981710"/>
            <a:ext cx="1737360" cy="475488"/>
          </a:xfrm>
          <a:prstGeom prst="rect">
            <a:avLst/>
          </a:prstGeom>
          <a:solidFill>
            <a:srgbClr val="2A1E00"/>
          </a:solidFill>
          <a:ln w="15240">
            <a:solidFill>
              <a:srgbClr val="CC9900"/>
            </a:solidFill>
            <a:prstDash val="soli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81" name="Text 34">
            <a:extLst>
              <a:ext uri="{FF2B5EF4-FFF2-40B4-BE49-F238E27FC236}">
                <a16:creationId xmlns:a16="http://schemas.microsoft.com/office/drawing/2014/main" id="{C44B08A5-C43D-68BE-549F-0780DF677006}"/>
              </a:ext>
            </a:extLst>
          </p:cNvPr>
          <p:cNvSpPr/>
          <p:nvPr/>
        </p:nvSpPr>
        <p:spPr>
          <a:xfrm>
            <a:off x="6752844" y="968715"/>
            <a:ext cx="1737360" cy="266273"/>
          </a:xfrm>
          <a:prstGeom prst="rect">
            <a:avLst/>
          </a:prstGeom>
          <a:noFill/>
          <a:ln/>
          <a:effectLst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SECURE KEY</a:t>
            </a:r>
            <a:endParaRPr lang="en-US" sz="900" dirty="0"/>
          </a:p>
        </p:txBody>
      </p:sp>
      <p:sp>
        <p:nvSpPr>
          <p:cNvPr id="82" name="Text 35">
            <a:extLst>
              <a:ext uri="{FF2B5EF4-FFF2-40B4-BE49-F238E27FC236}">
                <a16:creationId xmlns:a16="http://schemas.microsoft.com/office/drawing/2014/main" id="{362FD45B-5F7B-EBB5-6579-3283754E5E22}"/>
              </a:ext>
            </a:extLst>
          </p:cNvPr>
          <p:cNvSpPr/>
          <p:nvPr/>
        </p:nvSpPr>
        <p:spPr>
          <a:xfrm>
            <a:off x="6752844" y="1228964"/>
            <a:ext cx="1737360" cy="228234"/>
          </a:xfrm>
          <a:prstGeom prst="rect">
            <a:avLst/>
          </a:prstGeom>
          <a:noFill/>
          <a:ln/>
          <a:effectLst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00" i="1" dirty="0">
                <a:solidFill>
                  <a:srgbClr val="6688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Storage</a:t>
            </a:r>
            <a:endParaRPr lang="en-US" sz="700" dirty="0"/>
          </a:p>
        </p:txBody>
      </p:sp>
      <p:sp>
        <p:nvSpPr>
          <p:cNvPr id="83" name="Shape 58">
            <a:extLst>
              <a:ext uri="{FF2B5EF4-FFF2-40B4-BE49-F238E27FC236}">
                <a16:creationId xmlns:a16="http://schemas.microsoft.com/office/drawing/2014/main" id="{D3A35505-0068-FD4C-B679-22D20D509F87}"/>
              </a:ext>
            </a:extLst>
          </p:cNvPr>
          <p:cNvSpPr/>
          <p:nvPr/>
        </p:nvSpPr>
        <p:spPr>
          <a:xfrm flipH="1">
            <a:off x="4589702" y="591800"/>
            <a:ext cx="4572" cy="889528"/>
          </a:xfrm>
          <a:prstGeom prst="line">
            <a:avLst/>
          </a:prstGeom>
          <a:noFill/>
          <a:ln w="22860">
            <a:solidFill>
              <a:srgbClr val="9B4DFF">
                <a:alpha val="95000"/>
              </a:srgbClr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84" name="Text 59">
            <a:extLst>
              <a:ext uri="{FF2B5EF4-FFF2-40B4-BE49-F238E27FC236}">
                <a16:creationId xmlns:a16="http://schemas.microsoft.com/office/drawing/2014/main" id="{13DA920B-E502-1099-E17C-E6EAF47E9545}"/>
              </a:ext>
            </a:extLst>
          </p:cNvPr>
          <p:cNvSpPr/>
          <p:nvPr/>
        </p:nvSpPr>
        <p:spPr>
          <a:xfrm>
            <a:off x="4655820" y="713232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9B4D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FW_Data</a:t>
            </a:r>
            <a:endParaRPr lang="en-US" sz="700" dirty="0"/>
          </a:p>
        </p:txBody>
      </p:sp>
      <p:sp>
        <p:nvSpPr>
          <p:cNvPr id="85" name="Text 60">
            <a:extLst>
              <a:ext uri="{FF2B5EF4-FFF2-40B4-BE49-F238E27FC236}">
                <a16:creationId xmlns:a16="http://schemas.microsoft.com/office/drawing/2014/main" id="{3363968D-027C-5FEE-3AE5-662FD42BE659}"/>
              </a:ext>
            </a:extLst>
          </p:cNvPr>
          <p:cNvSpPr/>
          <p:nvPr/>
        </p:nvSpPr>
        <p:spPr>
          <a:xfrm>
            <a:off x="4655820" y="914400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9B4D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FW_Valid</a:t>
            </a:r>
            <a:endParaRPr lang="en-US" sz="700" dirty="0"/>
          </a:p>
        </p:txBody>
      </p:sp>
      <p:sp>
        <p:nvSpPr>
          <p:cNvPr id="86" name="Text 61">
            <a:extLst>
              <a:ext uri="{FF2B5EF4-FFF2-40B4-BE49-F238E27FC236}">
                <a16:creationId xmlns:a16="http://schemas.microsoft.com/office/drawing/2014/main" id="{AF8A3C36-2D47-E724-BC84-8CD2139D4CB4}"/>
              </a:ext>
            </a:extLst>
          </p:cNvPr>
          <p:cNvSpPr/>
          <p:nvPr/>
        </p:nvSpPr>
        <p:spPr>
          <a:xfrm>
            <a:off x="4655820" y="1115568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9B4D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FW_last</a:t>
            </a:r>
            <a:endParaRPr lang="en-US" sz="700" dirty="0"/>
          </a:p>
        </p:txBody>
      </p:sp>
      <p:sp>
        <p:nvSpPr>
          <p:cNvPr id="87" name="Shape 62">
            <a:extLst>
              <a:ext uri="{FF2B5EF4-FFF2-40B4-BE49-F238E27FC236}">
                <a16:creationId xmlns:a16="http://schemas.microsoft.com/office/drawing/2014/main" id="{4928FF3D-AF19-FFFF-6DD3-2A31B5B4C523}"/>
              </a:ext>
            </a:extLst>
          </p:cNvPr>
          <p:cNvSpPr/>
          <p:nvPr/>
        </p:nvSpPr>
        <p:spPr>
          <a:xfrm flipH="1">
            <a:off x="5757672" y="1321856"/>
            <a:ext cx="995172" cy="491958"/>
          </a:xfrm>
          <a:prstGeom prst="line">
            <a:avLst/>
          </a:prstGeom>
          <a:noFill/>
          <a:ln w="22860">
            <a:solidFill>
              <a:srgbClr val="FFD000">
                <a:alpha val="95000"/>
              </a:srgbClr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88" name="Text 63">
            <a:extLst>
              <a:ext uri="{FF2B5EF4-FFF2-40B4-BE49-F238E27FC236}">
                <a16:creationId xmlns:a16="http://schemas.microsoft.com/office/drawing/2014/main" id="{E9518052-7E57-FD8B-C794-C02DB26A18C2}"/>
              </a:ext>
            </a:extLst>
          </p:cNvPr>
          <p:cNvSpPr/>
          <p:nvPr/>
        </p:nvSpPr>
        <p:spPr>
          <a:xfrm>
            <a:off x="5422392" y="1170432"/>
            <a:ext cx="868680" cy="219456"/>
          </a:xfrm>
          <a:prstGeom prst="rect">
            <a:avLst/>
          </a:prstGeom>
          <a:solidFill>
            <a:srgbClr val="041020"/>
          </a:solidFill>
          <a:ln w="8890">
            <a:solidFill>
              <a:srgbClr val="FFD000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D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Secure Key</a:t>
            </a:r>
            <a:endParaRPr lang="en-US" sz="750" dirty="0"/>
          </a:p>
        </p:txBody>
      </p:sp>
    </p:spTree>
    <p:extLst>
      <p:ext uri="{BB962C8B-B14F-4D97-AF65-F5344CB8AC3E}">
        <p14:creationId xmlns:p14="http://schemas.microsoft.com/office/powerpoint/2010/main" val="122313317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med" p14:dur="700">
        <p159:morph option="byObject"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4102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A9DE188-002D-217E-246B-0FF687804C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0BEE825C-4DD8-B45D-FE41-F04F79A486C5}"/>
              </a:ext>
            </a:extLst>
          </p:cNvPr>
          <p:cNvSpPr/>
          <p:nvPr/>
        </p:nvSpPr>
        <p:spPr>
          <a:xfrm>
            <a:off x="0" y="0"/>
            <a:ext cx="4572" cy="5143500"/>
          </a:xfrm>
          <a:prstGeom prst="rect">
            <a:avLst/>
          </a:prstGeom>
          <a:solidFill>
            <a:srgbClr val="0A2040"/>
          </a:solidFill>
          <a:ln w="3810">
            <a:solidFill>
              <a:srgbClr val="0A20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F8A263F5-A949-EB0C-C2A7-577238D82131}"/>
              </a:ext>
            </a:extLst>
          </p:cNvPr>
          <p:cNvSpPr/>
          <p:nvPr/>
        </p:nvSpPr>
        <p:spPr>
          <a:xfrm>
            <a:off x="914400" y="0"/>
            <a:ext cx="4572" cy="5143500"/>
          </a:xfrm>
          <a:prstGeom prst="rect">
            <a:avLst/>
          </a:prstGeom>
          <a:solidFill>
            <a:srgbClr val="0A2040"/>
          </a:solidFill>
          <a:ln w="3810">
            <a:solidFill>
              <a:srgbClr val="0A20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512575B3-3DA3-AB27-7CF8-32A516E06806}"/>
              </a:ext>
            </a:extLst>
          </p:cNvPr>
          <p:cNvSpPr/>
          <p:nvPr/>
        </p:nvSpPr>
        <p:spPr>
          <a:xfrm>
            <a:off x="1828800" y="0"/>
            <a:ext cx="4572" cy="5143500"/>
          </a:xfrm>
          <a:prstGeom prst="rect">
            <a:avLst/>
          </a:prstGeom>
          <a:solidFill>
            <a:srgbClr val="0A2040"/>
          </a:solidFill>
          <a:ln w="3810">
            <a:solidFill>
              <a:srgbClr val="0A20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2BAE20D3-60A0-5ADC-F4C3-9FCD874602F5}"/>
              </a:ext>
            </a:extLst>
          </p:cNvPr>
          <p:cNvSpPr/>
          <p:nvPr/>
        </p:nvSpPr>
        <p:spPr>
          <a:xfrm>
            <a:off x="2743200" y="0"/>
            <a:ext cx="4572" cy="5143500"/>
          </a:xfrm>
          <a:prstGeom prst="rect">
            <a:avLst/>
          </a:prstGeom>
          <a:solidFill>
            <a:srgbClr val="0A2040"/>
          </a:solidFill>
          <a:ln w="3810">
            <a:solidFill>
              <a:srgbClr val="0A20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482E242F-0DE9-E44A-F960-DC16E44CE7F9}"/>
              </a:ext>
            </a:extLst>
          </p:cNvPr>
          <p:cNvSpPr/>
          <p:nvPr/>
        </p:nvSpPr>
        <p:spPr>
          <a:xfrm>
            <a:off x="3657600" y="0"/>
            <a:ext cx="4572" cy="5143500"/>
          </a:xfrm>
          <a:prstGeom prst="rect">
            <a:avLst/>
          </a:prstGeom>
          <a:solidFill>
            <a:srgbClr val="0A2040"/>
          </a:solidFill>
          <a:ln w="3810">
            <a:solidFill>
              <a:srgbClr val="0A20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F9923891-B744-78CA-5450-EEDEB9469A34}"/>
              </a:ext>
            </a:extLst>
          </p:cNvPr>
          <p:cNvSpPr/>
          <p:nvPr/>
        </p:nvSpPr>
        <p:spPr>
          <a:xfrm>
            <a:off x="4572000" y="0"/>
            <a:ext cx="4572" cy="5143500"/>
          </a:xfrm>
          <a:prstGeom prst="rect">
            <a:avLst/>
          </a:prstGeom>
          <a:solidFill>
            <a:srgbClr val="0A2040"/>
          </a:solidFill>
          <a:ln w="3810">
            <a:solidFill>
              <a:srgbClr val="0A20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70637725-6378-6DBE-2CCD-63AB17BE70C6}"/>
              </a:ext>
            </a:extLst>
          </p:cNvPr>
          <p:cNvSpPr/>
          <p:nvPr/>
        </p:nvSpPr>
        <p:spPr>
          <a:xfrm>
            <a:off x="5486400" y="0"/>
            <a:ext cx="4572" cy="5143500"/>
          </a:xfrm>
          <a:prstGeom prst="rect">
            <a:avLst/>
          </a:prstGeom>
          <a:solidFill>
            <a:srgbClr val="0A2040"/>
          </a:solidFill>
          <a:ln w="3810">
            <a:solidFill>
              <a:srgbClr val="0A20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D5BBC9AC-4A4B-A12E-82F2-4115DC71D745}"/>
              </a:ext>
            </a:extLst>
          </p:cNvPr>
          <p:cNvSpPr/>
          <p:nvPr/>
        </p:nvSpPr>
        <p:spPr>
          <a:xfrm>
            <a:off x="6400800" y="0"/>
            <a:ext cx="4572" cy="5143500"/>
          </a:xfrm>
          <a:prstGeom prst="rect">
            <a:avLst/>
          </a:prstGeom>
          <a:solidFill>
            <a:srgbClr val="0A2040"/>
          </a:solidFill>
          <a:ln w="3810">
            <a:solidFill>
              <a:srgbClr val="0A20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D64E38BD-AD92-3BC1-75FB-1827875F141E}"/>
              </a:ext>
            </a:extLst>
          </p:cNvPr>
          <p:cNvSpPr/>
          <p:nvPr/>
        </p:nvSpPr>
        <p:spPr>
          <a:xfrm>
            <a:off x="7315200" y="0"/>
            <a:ext cx="4572" cy="5143500"/>
          </a:xfrm>
          <a:prstGeom prst="rect">
            <a:avLst/>
          </a:prstGeom>
          <a:solidFill>
            <a:srgbClr val="0A2040"/>
          </a:solidFill>
          <a:ln w="3810">
            <a:solidFill>
              <a:srgbClr val="0A20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3636435A-5466-FDC1-BAAF-7B4FFB23B8B9}"/>
              </a:ext>
            </a:extLst>
          </p:cNvPr>
          <p:cNvSpPr/>
          <p:nvPr/>
        </p:nvSpPr>
        <p:spPr>
          <a:xfrm>
            <a:off x="8229600" y="0"/>
            <a:ext cx="4572" cy="5143500"/>
          </a:xfrm>
          <a:prstGeom prst="rect">
            <a:avLst/>
          </a:prstGeom>
          <a:solidFill>
            <a:srgbClr val="0A2040"/>
          </a:solidFill>
          <a:ln w="3810">
            <a:solidFill>
              <a:srgbClr val="0A20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D91EFF39-DB05-01B2-15C0-F11EDC489231}"/>
              </a:ext>
            </a:extLst>
          </p:cNvPr>
          <p:cNvSpPr/>
          <p:nvPr/>
        </p:nvSpPr>
        <p:spPr>
          <a:xfrm>
            <a:off x="9144000" y="0"/>
            <a:ext cx="4572" cy="5143500"/>
          </a:xfrm>
          <a:prstGeom prst="rect">
            <a:avLst/>
          </a:prstGeom>
          <a:solidFill>
            <a:srgbClr val="0A2040"/>
          </a:solidFill>
          <a:ln w="3810">
            <a:solidFill>
              <a:srgbClr val="0A20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49959B63-B7E6-55CE-019D-3DF41DF8864A}"/>
              </a:ext>
            </a:extLst>
          </p:cNvPr>
          <p:cNvSpPr/>
          <p:nvPr/>
        </p:nvSpPr>
        <p:spPr>
          <a:xfrm>
            <a:off x="0" y="0"/>
            <a:ext cx="9144000" cy="4572"/>
          </a:xfrm>
          <a:prstGeom prst="rect">
            <a:avLst/>
          </a:prstGeom>
          <a:solidFill>
            <a:srgbClr val="0A2040"/>
          </a:solidFill>
          <a:ln w="3810">
            <a:solidFill>
              <a:srgbClr val="0A20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5453EF4A-C098-5394-9FB6-3A5B348763DB}"/>
              </a:ext>
            </a:extLst>
          </p:cNvPr>
          <p:cNvSpPr/>
          <p:nvPr/>
        </p:nvSpPr>
        <p:spPr>
          <a:xfrm>
            <a:off x="0" y="822960"/>
            <a:ext cx="9144000" cy="4572"/>
          </a:xfrm>
          <a:prstGeom prst="rect">
            <a:avLst/>
          </a:prstGeom>
          <a:solidFill>
            <a:srgbClr val="0A2040"/>
          </a:solidFill>
          <a:ln w="3810">
            <a:solidFill>
              <a:srgbClr val="0A20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>
            <a:extLst>
              <a:ext uri="{FF2B5EF4-FFF2-40B4-BE49-F238E27FC236}">
                <a16:creationId xmlns:a16="http://schemas.microsoft.com/office/drawing/2014/main" id="{2129B6DF-140D-D6B1-285C-68D7A7FA38C1}"/>
              </a:ext>
            </a:extLst>
          </p:cNvPr>
          <p:cNvSpPr/>
          <p:nvPr/>
        </p:nvSpPr>
        <p:spPr>
          <a:xfrm>
            <a:off x="0" y="1645920"/>
            <a:ext cx="9144000" cy="4572"/>
          </a:xfrm>
          <a:prstGeom prst="rect">
            <a:avLst/>
          </a:prstGeom>
          <a:solidFill>
            <a:srgbClr val="0A2040"/>
          </a:solidFill>
          <a:ln w="3810">
            <a:solidFill>
              <a:srgbClr val="0A20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>
            <a:extLst>
              <a:ext uri="{FF2B5EF4-FFF2-40B4-BE49-F238E27FC236}">
                <a16:creationId xmlns:a16="http://schemas.microsoft.com/office/drawing/2014/main" id="{D2C171B1-6163-9A6D-61C8-BF0D9AD6FDFA}"/>
              </a:ext>
            </a:extLst>
          </p:cNvPr>
          <p:cNvSpPr/>
          <p:nvPr/>
        </p:nvSpPr>
        <p:spPr>
          <a:xfrm>
            <a:off x="0" y="2468880"/>
            <a:ext cx="9144000" cy="4572"/>
          </a:xfrm>
          <a:prstGeom prst="rect">
            <a:avLst/>
          </a:prstGeom>
          <a:solidFill>
            <a:srgbClr val="0A2040"/>
          </a:solidFill>
          <a:ln w="3810">
            <a:solidFill>
              <a:srgbClr val="0A20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>
            <a:extLst>
              <a:ext uri="{FF2B5EF4-FFF2-40B4-BE49-F238E27FC236}">
                <a16:creationId xmlns:a16="http://schemas.microsoft.com/office/drawing/2014/main" id="{EB6F25FA-3E07-4223-0910-57F30DA74667}"/>
              </a:ext>
            </a:extLst>
          </p:cNvPr>
          <p:cNvSpPr/>
          <p:nvPr/>
        </p:nvSpPr>
        <p:spPr>
          <a:xfrm>
            <a:off x="0" y="3291840"/>
            <a:ext cx="9144000" cy="4572"/>
          </a:xfrm>
          <a:prstGeom prst="rect">
            <a:avLst/>
          </a:prstGeom>
          <a:solidFill>
            <a:srgbClr val="0A2040"/>
          </a:solidFill>
          <a:ln w="3810">
            <a:solidFill>
              <a:srgbClr val="0A20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>
            <a:extLst>
              <a:ext uri="{FF2B5EF4-FFF2-40B4-BE49-F238E27FC236}">
                <a16:creationId xmlns:a16="http://schemas.microsoft.com/office/drawing/2014/main" id="{55EB85C1-10CF-7C4C-157E-CCAEA1EC8A84}"/>
              </a:ext>
            </a:extLst>
          </p:cNvPr>
          <p:cNvSpPr/>
          <p:nvPr/>
        </p:nvSpPr>
        <p:spPr>
          <a:xfrm>
            <a:off x="0" y="4114800"/>
            <a:ext cx="9144000" cy="4572"/>
          </a:xfrm>
          <a:prstGeom prst="rect">
            <a:avLst/>
          </a:prstGeom>
          <a:solidFill>
            <a:srgbClr val="0A2040"/>
          </a:solidFill>
          <a:ln w="3810">
            <a:solidFill>
              <a:srgbClr val="0A20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>
            <a:extLst>
              <a:ext uri="{FF2B5EF4-FFF2-40B4-BE49-F238E27FC236}">
                <a16:creationId xmlns:a16="http://schemas.microsoft.com/office/drawing/2014/main" id="{89234D64-79F5-11EC-F3BC-BFC2451D904A}"/>
              </a:ext>
            </a:extLst>
          </p:cNvPr>
          <p:cNvSpPr/>
          <p:nvPr/>
        </p:nvSpPr>
        <p:spPr>
          <a:xfrm>
            <a:off x="0" y="4937760"/>
            <a:ext cx="9144000" cy="4572"/>
          </a:xfrm>
          <a:prstGeom prst="rect">
            <a:avLst/>
          </a:prstGeom>
          <a:solidFill>
            <a:srgbClr val="0A2040"/>
          </a:solidFill>
          <a:ln w="3810">
            <a:solidFill>
              <a:srgbClr val="0A20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>
            <a:extLst>
              <a:ext uri="{FF2B5EF4-FFF2-40B4-BE49-F238E27FC236}">
                <a16:creationId xmlns:a16="http://schemas.microsoft.com/office/drawing/2014/main" id="{06FE8324-6091-0754-4DF1-40EC8765F271}"/>
              </a:ext>
            </a:extLst>
          </p:cNvPr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1" name="Shape 19">
            <a:extLst>
              <a:ext uri="{FF2B5EF4-FFF2-40B4-BE49-F238E27FC236}">
                <a16:creationId xmlns:a16="http://schemas.microsoft.com/office/drawing/2014/main" id="{A36D5EAB-7FB2-E272-18BB-07A1DE906FC3}"/>
              </a:ext>
            </a:extLst>
          </p:cNvPr>
          <p:cNvSpPr/>
          <p:nvPr/>
        </p:nvSpPr>
        <p:spPr>
          <a:xfrm>
            <a:off x="0" y="5093208"/>
            <a:ext cx="9144000" cy="50292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2" name="Shape 20">
            <a:extLst>
              <a:ext uri="{FF2B5EF4-FFF2-40B4-BE49-F238E27FC236}">
                <a16:creationId xmlns:a16="http://schemas.microsoft.com/office/drawing/2014/main" id="{9BC526D6-C1C4-5598-62FD-FC5152348BE4}"/>
              </a:ext>
            </a:extLst>
          </p:cNvPr>
          <p:cNvSpPr/>
          <p:nvPr/>
        </p:nvSpPr>
        <p:spPr>
          <a:xfrm>
            <a:off x="73152" y="64008"/>
            <a:ext cx="274320" cy="36576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3" name="Shape 21">
            <a:extLst>
              <a:ext uri="{FF2B5EF4-FFF2-40B4-BE49-F238E27FC236}">
                <a16:creationId xmlns:a16="http://schemas.microsoft.com/office/drawing/2014/main" id="{43480D01-E15F-FD1F-F116-6F636A17EB75}"/>
              </a:ext>
            </a:extLst>
          </p:cNvPr>
          <p:cNvSpPr/>
          <p:nvPr/>
        </p:nvSpPr>
        <p:spPr>
          <a:xfrm>
            <a:off x="73152" y="64008"/>
            <a:ext cx="36576" cy="22860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4" name="Shape 22">
            <a:extLst>
              <a:ext uri="{FF2B5EF4-FFF2-40B4-BE49-F238E27FC236}">
                <a16:creationId xmlns:a16="http://schemas.microsoft.com/office/drawing/2014/main" id="{4DF638B2-6895-0D96-2E66-44DAFB290C72}"/>
              </a:ext>
            </a:extLst>
          </p:cNvPr>
          <p:cNvSpPr/>
          <p:nvPr/>
        </p:nvSpPr>
        <p:spPr>
          <a:xfrm>
            <a:off x="8796528" y="64008"/>
            <a:ext cx="274320" cy="36576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5" name="Shape 23">
            <a:extLst>
              <a:ext uri="{FF2B5EF4-FFF2-40B4-BE49-F238E27FC236}">
                <a16:creationId xmlns:a16="http://schemas.microsoft.com/office/drawing/2014/main" id="{477B8F92-16CB-988A-1EF4-A86FAFD4DF50}"/>
              </a:ext>
            </a:extLst>
          </p:cNvPr>
          <p:cNvSpPr/>
          <p:nvPr/>
        </p:nvSpPr>
        <p:spPr>
          <a:xfrm>
            <a:off x="9034272" y="64008"/>
            <a:ext cx="36576" cy="22860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6" name="Shape 24">
            <a:extLst>
              <a:ext uri="{FF2B5EF4-FFF2-40B4-BE49-F238E27FC236}">
                <a16:creationId xmlns:a16="http://schemas.microsoft.com/office/drawing/2014/main" id="{6FE74D22-B738-8FD1-FBD3-4130EC6FA923}"/>
              </a:ext>
            </a:extLst>
          </p:cNvPr>
          <p:cNvSpPr/>
          <p:nvPr/>
        </p:nvSpPr>
        <p:spPr>
          <a:xfrm>
            <a:off x="73152" y="5042916"/>
            <a:ext cx="274320" cy="36576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7" name="Shape 25">
            <a:extLst>
              <a:ext uri="{FF2B5EF4-FFF2-40B4-BE49-F238E27FC236}">
                <a16:creationId xmlns:a16="http://schemas.microsoft.com/office/drawing/2014/main" id="{15BA0471-6B14-0AE1-E362-AEA1EC5106A7}"/>
              </a:ext>
            </a:extLst>
          </p:cNvPr>
          <p:cNvSpPr/>
          <p:nvPr/>
        </p:nvSpPr>
        <p:spPr>
          <a:xfrm>
            <a:off x="73152" y="4850892"/>
            <a:ext cx="36576" cy="22860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8" name="Shape 26">
            <a:extLst>
              <a:ext uri="{FF2B5EF4-FFF2-40B4-BE49-F238E27FC236}">
                <a16:creationId xmlns:a16="http://schemas.microsoft.com/office/drawing/2014/main" id="{F002CBCF-6499-678E-C76E-A568768E5735}"/>
              </a:ext>
            </a:extLst>
          </p:cNvPr>
          <p:cNvSpPr/>
          <p:nvPr/>
        </p:nvSpPr>
        <p:spPr>
          <a:xfrm>
            <a:off x="8796528" y="5042916"/>
            <a:ext cx="274320" cy="36576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9" name="Shape 27">
            <a:extLst>
              <a:ext uri="{FF2B5EF4-FFF2-40B4-BE49-F238E27FC236}">
                <a16:creationId xmlns:a16="http://schemas.microsoft.com/office/drawing/2014/main" id="{CF98994B-149A-E17E-36A7-DF05F9B42376}"/>
              </a:ext>
            </a:extLst>
          </p:cNvPr>
          <p:cNvSpPr/>
          <p:nvPr/>
        </p:nvSpPr>
        <p:spPr>
          <a:xfrm>
            <a:off x="9034272" y="4850892"/>
            <a:ext cx="36576" cy="22860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30" name="Shape 28">
            <a:extLst>
              <a:ext uri="{FF2B5EF4-FFF2-40B4-BE49-F238E27FC236}">
                <a16:creationId xmlns:a16="http://schemas.microsoft.com/office/drawing/2014/main" id="{798DA0EC-F27C-76A7-1F3C-756F87179757}"/>
              </a:ext>
            </a:extLst>
          </p:cNvPr>
          <p:cNvSpPr/>
          <p:nvPr/>
        </p:nvSpPr>
        <p:spPr>
          <a:xfrm>
            <a:off x="182880" y="109728"/>
            <a:ext cx="960120" cy="475488"/>
          </a:xfrm>
          <a:prstGeom prst="ellipse">
            <a:avLst/>
          </a:prstGeom>
          <a:solidFill>
            <a:srgbClr val="1C0E00"/>
          </a:solidFill>
          <a:ln w="17780">
            <a:solidFill>
              <a:srgbClr val="FF9500"/>
            </a:solidFill>
            <a:prstDash val="soli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31" name="Text 29">
            <a:extLst>
              <a:ext uri="{FF2B5EF4-FFF2-40B4-BE49-F238E27FC236}">
                <a16:creationId xmlns:a16="http://schemas.microsoft.com/office/drawing/2014/main" id="{F6DEF570-90DD-1E30-F1CE-5CE6D2ECE8B6}"/>
              </a:ext>
            </a:extLst>
          </p:cNvPr>
          <p:cNvSpPr/>
          <p:nvPr/>
        </p:nvSpPr>
        <p:spPr>
          <a:xfrm>
            <a:off x="182880" y="109728"/>
            <a:ext cx="960120" cy="475488"/>
          </a:xfrm>
          <a:prstGeom prst="rect">
            <a:avLst/>
          </a:prstGeom>
          <a:noFill/>
          <a:ln/>
          <a:effectLst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95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POWER</a:t>
            </a:r>
            <a:endParaRPr lang="en-US" sz="800" dirty="0"/>
          </a:p>
          <a:p>
            <a:pPr marL="0" indent="0" algn="ctr">
              <a:buNone/>
            </a:pPr>
            <a:r>
              <a:rPr lang="en-US" sz="800" b="1" dirty="0">
                <a:solidFill>
                  <a:srgbClr val="FF95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</a:t>
            </a:r>
            <a:endParaRPr lang="en-US" sz="800" dirty="0"/>
          </a:p>
        </p:txBody>
      </p:sp>
      <p:sp>
        <p:nvSpPr>
          <p:cNvPr id="39" name="Text 37">
            <a:extLst>
              <a:ext uri="{FF2B5EF4-FFF2-40B4-BE49-F238E27FC236}">
                <a16:creationId xmlns:a16="http://schemas.microsoft.com/office/drawing/2014/main" id="{69EDF30F-9408-3CC8-6630-4698F8BB055B}"/>
              </a:ext>
            </a:extLst>
          </p:cNvPr>
          <p:cNvSpPr/>
          <p:nvPr/>
        </p:nvSpPr>
        <p:spPr>
          <a:xfrm>
            <a:off x="256032" y="786384"/>
            <a:ext cx="2011680" cy="256032"/>
          </a:xfrm>
          <a:prstGeom prst="rect">
            <a:avLst/>
          </a:prstGeom>
          <a:noFill/>
          <a:ln/>
          <a:effectLst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b="1" kern="0" spc="300" dirty="0">
                <a:solidFill>
                  <a:srgbClr val="6688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TOP MODULE</a:t>
            </a:r>
            <a:endParaRPr lang="en-US" sz="750" dirty="0"/>
          </a:p>
        </p:txBody>
      </p:sp>
      <p:sp>
        <p:nvSpPr>
          <p:cNvPr id="40" name="Shape 38">
            <a:extLst>
              <a:ext uri="{FF2B5EF4-FFF2-40B4-BE49-F238E27FC236}">
                <a16:creationId xmlns:a16="http://schemas.microsoft.com/office/drawing/2014/main" id="{19450005-D1A1-A09B-0509-9C0B00D6241D}"/>
              </a:ext>
            </a:extLst>
          </p:cNvPr>
          <p:cNvSpPr/>
          <p:nvPr/>
        </p:nvSpPr>
        <p:spPr>
          <a:xfrm>
            <a:off x="411480" y="896112"/>
            <a:ext cx="1783080" cy="804672"/>
          </a:xfrm>
          <a:prstGeom prst="rect">
            <a:avLst/>
          </a:prstGeom>
          <a:solidFill>
            <a:srgbClr val="0B2850"/>
          </a:solidFill>
          <a:ln w="15240">
            <a:solidFill>
              <a:srgbClr val="2B7AE0"/>
            </a:solidFill>
            <a:prstDash val="soli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41" name="Text 39">
            <a:extLst>
              <a:ext uri="{FF2B5EF4-FFF2-40B4-BE49-F238E27FC236}">
                <a16:creationId xmlns:a16="http://schemas.microsoft.com/office/drawing/2014/main" id="{0410723C-22E9-617D-8995-C0CEF680E3A1}"/>
              </a:ext>
            </a:extLst>
          </p:cNvPr>
          <p:cNvSpPr/>
          <p:nvPr/>
        </p:nvSpPr>
        <p:spPr>
          <a:xfrm>
            <a:off x="411480" y="896112"/>
            <a:ext cx="1783080" cy="450616"/>
          </a:xfrm>
          <a:prstGeom prst="rect">
            <a:avLst/>
          </a:prstGeom>
          <a:noFill/>
          <a:ln/>
          <a:effectLst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BOOT FSM</a:t>
            </a:r>
            <a:endParaRPr lang="en-US" sz="900" dirty="0"/>
          </a:p>
        </p:txBody>
      </p:sp>
      <p:sp>
        <p:nvSpPr>
          <p:cNvPr id="42" name="Text 40">
            <a:extLst>
              <a:ext uri="{FF2B5EF4-FFF2-40B4-BE49-F238E27FC236}">
                <a16:creationId xmlns:a16="http://schemas.microsoft.com/office/drawing/2014/main" id="{7FFEF5C2-3019-9067-6BCA-2368631728E1}"/>
              </a:ext>
            </a:extLst>
          </p:cNvPr>
          <p:cNvSpPr/>
          <p:nvPr/>
        </p:nvSpPr>
        <p:spPr>
          <a:xfrm>
            <a:off x="411480" y="1314541"/>
            <a:ext cx="1783080" cy="386243"/>
          </a:xfrm>
          <a:prstGeom prst="rect">
            <a:avLst/>
          </a:prstGeom>
          <a:noFill/>
          <a:ln/>
          <a:effectLst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00" i="1" dirty="0">
                <a:solidFill>
                  <a:srgbClr val="6688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Controller</a:t>
            </a:r>
            <a:endParaRPr lang="en-US" sz="700" dirty="0"/>
          </a:p>
        </p:txBody>
      </p:sp>
      <p:sp>
        <p:nvSpPr>
          <p:cNvPr id="48" name="Shape 46">
            <a:extLst>
              <a:ext uri="{FF2B5EF4-FFF2-40B4-BE49-F238E27FC236}">
                <a16:creationId xmlns:a16="http://schemas.microsoft.com/office/drawing/2014/main" id="{E7E48235-68EA-9C92-330F-0DDDAA33D9EA}"/>
              </a:ext>
            </a:extLst>
          </p:cNvPr>
          <p:cNvSpPr/>
          <p:nvPr/>
        </p:nvSpPr>
        <p:spPr>
          <a:xfrm>
            <a:off x="3529584" y="2896088"/>
            <a:ext cx="1975104" cy="804672"/>
          </a:xfrm>
          <a:prstGeom prst="rect">
            <a:avLst/>
          </a:prstGeom>
          <a:solidFill>
            <a:srgbClr val="251000"/>
          </a:solidFill>
          <a:ln w="15240">
            <a:solidFill>
              <a:srgbClr val="CC6600"/>
            </a:solidFill>
            <a:prstDash val="soli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49" name="Text 47">
            <a:extLst>
              <a:ext uri="{FF2B5EF4-FFF2-40B4-BE49-F238E27FC236}">
                <a16:creationId xmlns:a16="http://schemas.microsoft.com/office/drawing/2014/main" id="{31FEEBED-37C1-2CB6-8916-0CB31428D40F}"/>
              </a:ext>
            </a:extLst>
          </p:cNvPr>
          <p:cNvSpPr/>
          <p:nvPr/>
        </p:nvSpPr>
        <p:spPr>
          <a:xfrm>
            <a:off x="3529584" y="2896088"/>
            <a:ext cx="1975104" cy="450616"/>
          </a:xfrm>
          <a:prstGeom prst="rect">
            <a:avLst/>
          </a:prstGeom>
          <a:noFill/>
          <a:ln/>
          <a:effectLst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RETRY</a:t>
            </a:r>
            <a:endParaRPr lang="en-US" sz="900" dirty="0"/>
          </a:p>
        </p:txBody>
      </p:sp>
      <p:sp>
        <p:nvSpPr>
          <p:cNvPr id="50" name="Text 48">
            <a:extLst>
              <a:ext uri="{FF2B5EF4-FFF2-40B4-BE49-F238E27FC236}">
                <a16:creationId xmlns:a16="http://schemas.microsoft.com/office/drawing/2014/main" id="{7C2104CD-991D-AAC0-EC68-C8F8379A2F8E}"/>
              </a:ext>
            </a:extLst>
          </p:cNvPr>
          <p:cNvSpPr/>
          <p:nvPr/>
        </p:nvSpPr>
        <p:spPr>
          <a:xfrm>
            <a:off x="3529584" y="3355157"/>
            <a:ext cx="1975104" cy="386243"/>
          </a:xfrm>
          <a:prstGeom prst="rect">
            <a:avLst/>
          </a:prstGeom>
          <a:noFill/>
          <a:ln/>
          <a:effectLst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00" i="1" dirty="0">
                <a:solidFill>
                  <a:srgbClr val="6688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Counter</a:t>
            </a:r>
            <a:endParaRPr lang="en-US" sz="700" dirty="0"/>
          </a:p>
        </p:txBody>
      </p:sp>
      <p:sp>
        <p:nvSpPr>
          <p:cNvPr id="51" name="Shape 49">
            <a:extLst>
              <a:ext uri="{FF2B5EF4-FFF2-40B4-BE49-F238E27FC236}">
                <a16:creationId xmlns:a16="http://schemas.microsoft.com/office/drawing/2014/main" id="{620A9700-25B0-1510-A2EE-4AB5D76FE0D2}"/>
              </a:ext>
            </a:extLst>
          </p:cNvPr>
          <p:cNvSpPr/>
          <p:nvPr/>
        </p:nvSpPr>
        <p:spPr>
          <a:xfrm>
            <a:off x="6748272" y="2834640"/>
            <a:ext cx="1828800" cy="804672"/>
          </a:xfrm>
          <a:prstGeom prst="rect">
            <a:avLst/>
          </a:prstGeom>
          <a:solidFill>
            <a:srgbClr val="250000"/>
          </a:solidFill>
          <a:ln w="15240">
            <a:solidFill>
              <a:srgbClr val="CC1122"/>
            </a:solidFill>
            <a:prstDash val="soli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52" name="Text 50">
            <a:extLst>
              <a:ext uri="{FF2B5EF4-FFF2-40B4-BE49-F238E27FC236}">
                <a16:creationId xmlns:a16="http://schemas.microsoft.com/office/drawing/2014/main" id="{45C550B7-BD20-D366-FF3E-E9212687B3F1}"/>
              </a:ext>
            </a:extLst>
          </p:cNvPr>
          <p:cNvSpPr/>
          <p:nvPr/>
        </p:nvSpPr>
        <p:spPr>
          <a:xfrm>
            <a:off x="6748272" y="2834640"/>
            <a:ext cx="1828800" cy="450616"/>
          </a:xfrm>
          <a:prstGeom prst="rect">
            <a:avLst/>
          </a:prstGeom>
          <a:noFill/>
          <a:ln/>
          <a:effectLst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LOCKDOWN</a:t>
            </a:r>
            <a:endParaRPr lang="en-US" sz="900" dirty="0"/>
          </a:p>
        </p:txBody>
      </p:sp>
      <p:sp>
        <p:nvSpPr>
          <p:cNvPr id="53" name="Text 51">
            <a:extLst>
              <a:ext uri="{FF2B5EF4-FFF2-40B4-BE49-F238E27FC236}">
                <a16:creationId xmlns:a16="http://schemas.microsoft.com/office/drawing/2014/main" id="{6CF18DF7-374C-8974-3F43-50870C817C2C}"/>
              </a:ext>
            </a:extLst>
          </p:cNvPr>
          <p:cNvSpPr/>
          <p:nvPr/>
        </p:nvSpPr>
        <p:spPr>
          <a:xfrm>
            <a:off x="6748272" y="3253069"/>
            <a:ext cx="1828800" cy="386243"/>
          </a:xfrm>
          <a:prstGeom prst="rect">
            <a:avLst/>
          </a:prstGeom>
          <a:noFill/>
          <a:ln/>
          <a:effectLst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00" i="1" dirty="0">
                <a:solidFill>
                  <a:srgbClr val="6688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Control</a:t>
            </a:r>
            <a:endParaRPr lang="en-US" sz="700" dirty="0"/>
          </a:p>
        </p:txBody>
      </p:sp>
      <p:sp>
        <p:nvSpPr>
          <p:cNvPr id="54" name="Shape 52">
            <a:extLst>
              <a:ext uri="{FF2B5EF4-FFF2-40B4-BE49-F238E27FC236}">
                <a16:creationId xmlns:a16="http://schemas.microsoft.com/office/drawing/2014/main" id="{C28D2DF8-D188-8788-1A7B-15B936D45CEB}"/>
              </a:ext>
            </a:extLst>
          </p:cNvPr>
          <p:cNvSpPr/>
          <p:nvPr/>
        </p:nvSpPr>
        <p:spPr>
          <a:xfrm>
            <a:off x="2194560" y="4206240"/>
            <a:ext cx="4754880" cy="548640"/>
          </a:xfrm>
          <a:prstGeom prst="rect">
            <a:avLst/>
          </a:prstGeom>
          <a:solidFill>
            <a:srgbClr val="001E0E">
              <a:alpha val="90000"/>
            </a:srgbClr>
          </a:solidFill>
          <a:ln w="17780">
            <a:solidFill>
              <a:srgbClr val="00CC66"/>
            </a:solidFill>
            <a:prstDash val="soli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55" name="Text 53">
            <a:extLst>
              <a:ext uri="{FF2B5EF4-FFF2-40B4-BE49-F238E27FC236}">
                <a16:creationId xmlns:a16="http://schemas.microsoft.com/office/drawing/2014/main" id="{8D564737-6E58-9DB6-71F8-05025193230C}"/>
              </a:ext>
            </a:extLst>
          </p:cNvPr>
          <p:cNvSpPr/>
          <p:nvPr/>
        </p:nvSpPr>
        <p:spPr>
          <a:xfrm>
            <a:off x="2194560" y="4206240"/>
            <a:ext cx="4754880" cy="548640"/>
          </a:xfrm>
          <a:prstGeom prst="rect">
            <a:avLst/>
          </a:prstGeom>
          <a:noFill/>
          <a:ln/>
          <a:effectLst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CC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DEVICE TO BE AUTHENTICATED</a:t>
            </a:r>
            <a:endParaRPr lang="en-US" sz="1000" dirty="0"/>
          </a:p>
        </p:txBody>
      </p:sp>
      <p:sp>
        <p:nvSpPr>
          <p:cNvPr id="38" name="Shape 54">
            <a:extLst>
              <a:ext uri="{FF2B5EF4-FFF2-40B4-BE49-F238E27FC236}">
                <a16:creationId xmlns:a16="http://schemas.microsoft.com/office/drawing/2014/main" id="{7F192591-29CF-1924-14A8-10B417F46516}"/>
              </a:ext>
            </a:extLst>
          </p:cNvPr>
          <p:cNvSpPr/>
          <p:nvPr/>
        </p:nvSpPr>
        <p:spPr>
          <a:xfrm>
            <a:off x="662940" y="585216"/>
            <a:ext cx="0" cy="281087"/>
          </a:xfrm>
          <a:prstGeom prst="line">
            <a:avLst/>
          </a:prstGeom>
          <a:noFill/>
          <a:ln w="22860">
            <a:solidFill>
              <a:srgbClr val="FF9500">
                <a:alpha val="95000"/>
              </a:srgbClr>
            </a:solidFill>
            <a:prstDash val="solid"/>
            <a:tailEnd type="triangle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60" name="Text 55">
            <a:extLst>
              <a:ext uri="{FF2B5EF4-FFF2-40B4-BE49-F238E27FC236}">
                <a16:creationId xmlns:a16="http://schemas.microsoft.com/office/drawing/2014/main" id="{8F46C6B8-9290-FDA9-9539-FB7EE4FA4CAC}"/>
              </a:ext>
            </a:extLst>
          </p:cNvPr>
          <p:cNvSpPr/>
          <p:nvPr/>
        </p:nvSpPr>
        <p:spPr>
          <a:xfrm>
            <a:off x="961898" y="585216"/>
            <a:ext cx="1005840" cy="228600"/>
          </a:xfrm>
          <a:prstGeom prst="rect">
            <a:avLst/>
          </a:prstGeom>
          <a:solidFill>
            <a:srgbClr val="041020"/>
          </a:solidFill>
          <a:ln w="8890">
            <a:solidFill>
              <a:srgbClr val="FF9500"/>
            </a:solidFill>
          </a:ln>
          <a:effectLst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95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Boot request</a:t>
            </a:r>
            <a:endParaRPr lang="en-US" sz="750" dirty="0"/>
          </a:p>
        </p:txBody>
      </p:sp>
      <p:sp>
        <p:nvSpPr>
          <p:cNvPr id="44" name="Shape 41"/>
          <p:cNvSpPr/>
          <p:nvPr/>
        </p:nvSpPr>
        <p:spPr>
          <a:xfrm>
            <a:off x="3291840" y="1481328"/>
            <a:ext cx="2560320" cy="1115568"/>
          </a:xfrm>
          <a:prstGeom prst="ellipse">
            <a:avLst/>
          </a:prstGeom>
          <a:solidFill>
            <a:srgbClr val="012010"/>
          </a:solidFill>
          <a:ln w="19050">
            <a:solidFill>
              <a:srgbClr val="00E878"/>
            </a:solidFill>
            <a:prstDash val="soli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56" name="Text 42"/>
          <p:cNvSpPr/>
          <p:nvPr/>
        </p:nvSpPr>
        <p:spPr>
          <a:xfrm>
            <a:off x="3291840" y="1481328"/>
            <a:ext cx="2560320" cy="1115568"/>
          </a:xfrm>
          <a:prstGeom prst="rect">
            <a:avLst/>
          </a:prstGeom>
          <a:noFill/>
          <a:ln/>
          <a:effectLst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6688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AUTHENTICATION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6688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DONE ✓</a:t>
            </a:r>
            <a:endParaRPr lang="en-US" sz="900" dirty="0"/>
          </a:p>
        </p:txBody>
      </p:sp>
      <p:sp>
        <p:nvSpPr>
          <p:cNvPr id="68" name="Shape 66"/>
          <p:cNvSpPr/>
          <p:nvPr/>
        </p:nvSpPr>
        <p:spPr>
          <a:xfrm>
            <a:off x="7150608" y="91440"/>
            <a:ext cx="1883664" cy="365760"/>
          </a:xfrm>
          <a:prstGeom prst="rect">
            <a:avLst/>
          </a:prstGeom>
          <a:solidFill>
            <a:srgbClr val="071830"/>
          </a:solidFill>
          <a:ln w="12700">
            <a:solidFill>
              <a:srgbClr val="00E87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" name="Text 67"/>
          <p:cNvSpPr/>
          <p:nvPr/>
        </p:nvSpPr>
        <p:spPr>
          <a:xfrm>
            <a:off x="7150608" y="91440"/>
            <a:ext cx="188366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00E8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 · AUTH_PASS</a:t>
            </a:r>
            <a:endParaRPr lang="en-US" sz="700" dirty="0"/>
          </a:p>
        </p:txBody>
      </p:sp>
      <p:sp>
        <p:nvSpPr>
          <p:cNvPr id="58" name="Shape 68"/>
          <p:cNvSpPr/>
          <p:nvPr/>
        </p:nvSpPr>
        <p:spPr>
          <a:xfrm>
            <a:off x="109728" y="4668012"/>
            <a:ext cx="1858010" cy="347472"/>
          </a:xfrm>
          <a:prstGeom prst="rect">
            <a:avLst/>
          </a:prstGeom>
          <a:solidFill>
            <a:srgbClr val="071830"/>
          </a:solidFill>
          <a:ln w="10160">
            <a:solidFill>
              <a:srgbClr val="00E87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7" name="Text 69"/>
          <p:cNvSpPr/>
          <p:nvPr/>
        </p:nvSpPr>
        <p:spPr>
          <a:xfrm>
            <a:off x="109728" y="4668012"/>
            <a:ext cx="1858010" cy="347472"/>
          </a:xfrm>
          <a:prstGeom prst="rect">
            <a:avLst/>
          </a:prstGeom>
          <a:noFill/>
          <a:ln/>
        </p:spPr>
        <p:txBody>
          <a:bodyPr wrap="square" lIns="0" tIns="7620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00E8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 AUTH_PASS → Policy Engine ]</a:t>
            </a:r>
            <a:endParaRPr lang="en-US" sz="800" dirty="0"/>
          </a:p>
        </p:txBody>
      </p:sp>
      <p:sp>
        <p:nvSpPr>
          <p:cNvPr id="78" name="Shape 43"/>
          <p:cNvSpPr/>
          <p:nvPr/>
        </p:nvSpPr>
        <p:spPr>
          <a:xfrm>
            <a:off x="411480" y="2834640"/>
            <a:ext cx="1783080" cy="804672"/>
          </a:xfrm>
          <a:prstGeom prst="rect">
            <a:avLst/>
          </a:prstGeom>
          <a:solidFill>
            <a:srgbClr val="012018"/>
          </a:solidFill>
          <a:ln w="25400">
            <a:solidFill>
              <a:srgbClr val="00E878"/>
            </a:solidFill>
            <a:prstDash val="soli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9" name="Text 44"/>
          <p:cNvSpPr/>
          <p:nvPr/>
        </p:nvSpPr>
        <p:spPr>
          <a:xfrm>
            <a:off x="411480" y="2834640"/>
            <a:ext cx="1783080" cy="450616"/>
          </a:xfrm>
          <a:prstGeom prst="rect">
            <a:avLst/>
          </a:prstGeom>
          <a:noFill/>
          <a:ln/>
          <a:effectLst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POLICY</a:t>
            </a:r>
            <a:endParaRPr lang="en-US" sz="900" dirty="0"/>
          </a:p>
        </p:txBody>
      </p:sp>
      <p:sp>
        <p:nvSpPr>
          <p:cNvPr id="80" name="Text 45"/>
          <p:cNvSpPr/>
          <p:nvPr/>
        </p:nvSpPr>
        <p:spPr>
          <a:xfrm>
            <a:off x="411480" y="3253069"/>
            <a:ext cx="1783080" cy="386243"/>
          </a:xfrm>
          <a:prstGeom prst="rect">
            <a:avLst/>
          </a:prstGeom>
          <a:noFill/>
          <a:ln/>
          <a:effectLst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00" i="1" dirty="0">
                <a:solidFill>
                  <a:srgbClr val="6688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Engine</a:t>
            </a:r>
            <a:endParaRPr lang="en-US" sz="700" dirty="0"/>
          </a:p>
        </p:txBody>
      </p:sp>
      <p:sp>
        <p:nvSpPr>
          <p:cNvPr id="81" name="Shape 56">
            <a:extLst>
              <a:ext uri="{FF2B5EF4-FFF2-40B4-BE49-F238E27FC236}">
                <a16:creationId xmlns:a16="http://schemas.microsoft.com/office/drawing/2014/main" id="{92CDE7A9-21D1-394B-78E2-79EC090B8D3B}"/>
              </a:ext>
            </a:extLst>
          </p:cNvPr>
          <p:cNvSpPr/>
          <p:nvPr/>
        </p:nvSpPr>
        <p:spPr>
          <a:xfrm>
            <a:off x="2194560" y="1298448"/>
            <a:ext cx="1120140" cy="505480"/>
          </a:xfrm>
          <a:prstGeom prst="line">
            <a:avLst/>
          </a:prstGeom>
          <a:noFill/>
          <a:ln w="22860">
            <a:solidFill>
              <a:srgbClr val="00D4FF">
                <a:alpha val="95000"/>
              </a:srgbClr>
            </a:solidFill>
            <a:prstDash val="solid"/>
            <a:tailEnd type="triangle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82" name="Text 57">
            <a:extLst>
              <a:ext uri="{FF2B5EF4-FFF2-40B4-BE49-F238E27FC236}">
                <a16:creationId xmlns:a16="http://schemas.microsoft.com/office/drawing/2014/main" id="{FA48857B-4B05-F3EC-0166-71F0D142FA3D}"/>
              </a:ext>
            </a:extLst>
          </p:cNvPr>
          <p:cNvSpPr/>
          <p:nvPr/>
        </p:nvSpPr>
        <p:spPr>
          <a:xfrm>
            <a:off x="2590038" y="1189401"/>
            <a:ext cx="868680" cy="219456"/>
          </a:xfrm>
          <a:prstGeom prst="rect">
            <a:avLst/>
          </a:prstGeom>
          <a:solidFill>
            <a:srgbClr val="041020"/>
          </a:solidFill>
          <a:ln w="8890">
            <a:solidFill>
              <a:srgbClr val="00D4FF"/>
            </a:solidFill>
          </a:ln>
          <a:effectLst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auth_start</a:t>
            </a:r>
            <a:endParaRPr lang="en-US" sz="750" dirty="0"/>
          </a:p>
        </p:txBody>
      </p:sp>
      <p:sp>
        <p:nvSpPr>
          <p:cNvPr id="83" name="Shape 30">
            <a:extLst>
              <a:ext uri="{FF2B5EF4-FFF2-40B4-BE49-F238E27FC236}">
                <a16:creationId xmlns:a16="http://schemas.microsoft.com/office/drawing/2014/main" id="{E05AA0A2-A4B3-392E-A250-4AC5FD8661A8}"/>
              </a:ext>
            </a:extLst>
          </p:cNvPr>
          <p:cNvSpPr/>
          <p:nvPr/>
        </p:nvSpPr>
        <p:spPr>
          <a:xfrm>
            <a:off x="3627120" y="109728"/>
            <a:ext cx="1920240" cy="475488"/>
          </a:xfrm>
          <a:prstGeom prst="rect">
            <a:avLst/>
          </a:prstGeom>
          <a:solidFill>
            <a:srgbClr val="180038"/>
          </a:solidFill>
          <a:ln w="15240">
            <a:solidFill>
              <a:srgbClr val="8844EE"/>
            </a:solidFill>
            <a:prstDash val="soli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84" name="Text 31">
            <a:extLst>
              <a:ext uri="{FF2B5EF4-FFF2-40B4-BE49-F238E27FC236}">
                <a16:creationId xmlns:a16="http://schemas.microsoft.com/office/drawing/2014/main" id="{6027A72C-3120-8878-8A1E-7D98DC864CF1}"/>
              </a:ext>
            </a:extLst>
          </p:cNvPr>
          <p:cNvSpPr/>
          <p:nvPr/>
        </p:nvSpPr>
        <p:spPr>
          <a:xfrm>
            <a:off x="3627120" y="109728"/>
            <a:ext cx="1920240" cy="266273"/>
          </a:xfrm>
          <a:prstGeom prst="rect">
            <a:avLst/>
          </a:prstGeom>
          <a:noFill/>
          <a:ln/>
          <a:effectLst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MEMORY</a:t>
            </a:r>
            <a:endParaRPr lang="en-US" sz="900" dirty="0"/>
          </a:p>
        </p:txBody>
      </p:sp>
      <p:sp>
        <p:nvSpPr>
          <p:cNvPr id="85" name="Text 32">
            <a:extLst>
              <a:ext uri="{FF2B5EF4-FFF2-40B4-BE49-F238E27FC236}">
                <a16:creationId xmlns:a16="http://schemas.microsoft.com/office/drawing/2014/main" id="{32968D21-F82A-E20D-F26D-611A0E298987}"/>
              </a:ext>
            </a:extLst>
          </p:cNvPr>
          <p:cNvSpPr/>
          <p:nvPr/>
        </p:nvSpPr>
        <p:spPr>
          <a:xfrm>
            <a:off x="3627120" y="356982"/>
            <a:ext cx="1920240" cy="228234"/>
          </a:xfrm>
          <a:prstGeom prst="rect">
            <a:avLst/>
          </a:prstGeom>
          <a:noFill/>
          <a:ln/>
          <a:effectLst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00" i="1" dirty="0">
                <a:solidFill>
                  <a:srgbClr val="6688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DDR / Flash</a:t>
            </a:r>
            <a:endParaRPr lang="en-US" sz="700" dirty="0"/>
          </a:p>
        </p:txBody>
      </p:sp>
      <p:sp>
        <p:nvSpPr>
          <p:cNvPr id="86" name="Shape 33">
            <a:extLst>
              <a:ext uri="{FF2B5EF4-FFF2-40B4-BE49-F238E27FC236}">
                <a16:creationId xmlns:a16="http://schemas.microsoft.com/office/drawing/2014/main" id="{957D1BF4-E2CE-6D8E-D359-FF217A1FA72C}"/>
              </a:ext>
            </a:extLst>
          </p:cNvPr>
          <p:cNvSpPr/>
          <p:nvPr/>
        </p:nvSpPr>
        <p:spPr>
          <a:xfrm>
            <a:off x="6752844" y="981710"/>
            <a:ext cx="1737360" cy="475488"/>
          </a:xfrm>
          <a:prstGeom prst="rect">
            <a:avLst/>
          </a:prstGeom>
          <a:solidFill>
            <a:srgbClr val="2A1E00"/>
          </a:solidFill>
          <a:ln w="15240">
            <a:solidFill>
              <a:srgbClr val="CC9900"/>
            </a:solidFill>
            <a:prstDash val="soli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87" name="Text 34">
            <a:extLst>
              <a:ext uri="{FF2B5EF4-FFF2-40B4-BE49-F238E27FC236}">
                <a16:creationId xmlns:a16="http://schemas.microsoft.com/office/drawing/2014/main" id="{33C3B7D8-F298-7CE0-1FFC-B361A7F1E414}"/>
              </a:ext>
            </a:extLst>
          </p:cNvPr>
          <p:cNvSpPr/>
          <p:nvPr/>
        </p:nvSpPr>
        <p:spPr>
          <a:xfrm>
            <a:off x="6752844" y="968715"/>
            <a:ext cx="1737360" cy="266273"/>
          </a:xfrm>
          <a:prstGeom prst="rect">
            <a:avLst/>
          </a:prstGeom>
          <a:noFill/>
          <a:ln/>
          <a:effectLst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SECURE KEY</a:t>
            </a:r>
            <a:endParaRPr lang="en-US" sz="900" dirty="0"/>
          </a:p>
        </p:txBody>
      </p:sp>
      <p:sp>
        <p:nvSpPr>
          <p:cNvPr id="88" name="Text 35">
            <a:extLst>
              <a:ext uri="{FF2B5EF4-FFF2-40B4-BE49-F238E27FC236}">
                <a16:creationId xmlns:a16="http://schemas.microsoft.com/office/drawing/2014/main" id="{3280C253-51AD-1F85-902B-7799CDCF0C4B}"/>
              </a:ext>
            </a:extLst>
          </p:cNvPr>
          <p:cNvSpPr/>
          <p:nvPr/>
        </p:nvSpPr>
        <p:spPr>
          <a:xfrm>
            <a:off x="6752844" y="1228964"/>
            <a:ext cx="1737360" cy="228234"/>
          </a:xfrm>
          <a:prstGeom prst="rect">
            <a:avLst/>
          </a:prstGeom>
          <a:noFill/>
          <a:ln/>
          <a:effectLst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00" i="1" dirty="0">
                <a:solidFill>
                  <a:srgbClr val="6688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Storage</a:t>
            </a:r>
            <a:endParaRPr lang="en-US" sz="700" dirty="0"/>
          </a:p>
        </p:txBody>
      </p:sp>
      <p:sp>
        <p:nvSpPr>
          <p:cNvPr id="89" name="Shape 58">
            <a:extLst>
              <a:ext uri="{FF2B5EF4-FFF2-40B4-BE49-F238E27FC236}">
                <a16:creationId xmlns:a16="http://schemas.microsoft.com/office/drawing/2014/main" id="{ABA212EF-234A-2BDB-0FE3-46599392566A}"/>
              </a:ext>
            </a:extLst>
          </p:cNvPr>
          <p:cNvSpPr/>
          <p:nvPr/>
        </p:nvSpPr>
        <p:spPr>
          <a:xfrm flipH="1">
            <a:off x="4589702" y="591800"/>
            <a:ext cx="4572" cy="889528"/>
          </a:xfrm>
          <a:prstGeom prst="line">
            <a:avLst/>
          </a:prstGeom>
          <a:noFill/>
          <a:ln w="22860">
            <a:solidFill>
              <a:srgbClr val="9B4DFF">
                <a:alpha val="95000"/>
              </a:srgbClr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90" name="Text 59">
            <a:extLst>
              <a:ext uri="{FF2B5EF4-FFF2-40B4-BE49-F238E27FC236}">
                <a16:creationId xmlns:a16="http://schemas.microsoft.com/office/drawing/2014/main" id="{570E2A5F-D856-BC66-6CBB-226B11DD702B}"/>
              </a:ext>
            </a:extLst>
          </p:cNvPr>
          <p:cNvSpPr/>
          <p:nvPr/>
        </p:nvSpPr>
        <p:spPr>
          <a:xfrm>
            <a:off x="4655820" y="713232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9B4D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FW_Data</a:t>
            </a:r>
            <a:endParaRPr lang="en-US" sz="700" dirty="0"/>
          </a:p>
        </p:txBody>
      </p:sp>
      <p:sp>
        <p:nvSpPr>
          <p:cNvPr id="91" name="Text 60">
            <a:extLst>
              <a:ext uri="{FF2B5EF4-FFF2-40B4-BE49-F238E27FC236}">
                <a16:creationId xmlns:a16="http://schemas.microsoft.com/office/drawing/2014/main" id="{8A738EEA-0B11-5626-EA34-7D341B516F45}"/>
              </a:ext>
            </a:extLst>
          </p:cNvPr>
          <p:cNvSpPr/>
          <p:nvPr/>
        </p:nvSpPr>
        <p:spPr>
          <a:xfrm>
            <a:off x="4655820" y="914400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9B4D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FW_Valid</a:t>
            </a:r>
            <a:endParaRPr lang="en-US" sz="700" dirty="0"/>
          </a:p>
        </p:txBody>
      </p:sp>
      <p:sp>
        <p:nvSpPr>
          <p:cNvPr id="92" name="Text 61">
            <a:extLst>
              <a:ext uri="{FF2B5EF4-FFF2-40B4-BE49-F238E27FC236}">
                <a16:creationId xmlns:a16="http://schemas.microsoft.com/office/drawing/2014/main" id="{FDB78A8F-24C7-6C71-A841-F26B30AA25CB}"/>
              </a:ext>
            </a:extLst>
          </p:cNvPr>
          <p:cNvSpPr/>
          <p:nvPr/>
        </p:nvSpPr>
        <p:spPr>
          <a:xfrm>
            <a:off x="4655820" y="1115568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9B4D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FW_last</a:t>
            </a:r>
            <a:endParaRPr lang="en-US" sz="700" dirty="0"/>
          </a:p>
        </p:txBody>
      </p:sp>
      <p:sp>
        <p:nvSpPr>
          <p:cNvPr id="93" name="Shape 64">
            <a:extLst>
              <a:ext uri="{FF2B5EF4-FFF2-40B4-BE49-F238E27FC236}">
                <a16:creationId xmlns:a16="http://schemas.microsoft.com/office/drawing/2014/main" id="{E71743C0-1602-C656-A8AF-2AC6E9A7E2ED}"/>
              </a:ext>
            </a:extLst>
          </p:cNvPr>
          <p:cNvSpPr/>
          <p:nvPr/>
        </p:nvSpPr>
        <p:spPr>
          <a:xfrm flipH="1">
            <a:off x="2190558" y="2308860"/>
            <a:ext cx="1237679" cy="972557"/>
          </a:xfrm>
          <a:prstGeom prst="line">
            <a:avLst/>
          </a:prstGeom>
          <a:noFill/>
          <a:ln w="25400">
            <a:solidFill>
              <a:srgbClr val="00E878">
                <a:alpha val="95000"/>
              </a:srgbClr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94" name="Text 65">
            <a:extLst>
              <a:ext uri="{FF2B5EF4-FFF2-40B4-BE49-F238E27FC236}">
                <a16:creationId xmlns:a16="http://schemas.microsoft.com/office/drawing/2014/main" id="{7321E107-6778-0457-1CDC-DA186705DC45}"/>
              </a:ext>
            </a:extLst>
          </p:cNvPr>
          <p:cNvSpPr/>
          <p:nvPr/>
        </p:nvSpPr>
        <p:spPr>
          <a:xfrm>
            <a:off x="2020062" y="2402860"/>
            <a:ext cx="868680" cy="237744"/>
          </a:xfrm>
          <a:prstGeom prst="rect">
            <a:avLst/>
          </a:prstGeom>
          <a:solidFill>
            <a:srgbClr val="041020"/>
          </a:solidFill>
          <a:ln w="8890">
            <a:solidFill>
              <a:srgbClr val="00E878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0E8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Auth_pass</a:t>
            </a:r>
            <a:endParaRPr lang="en-US" sz="750" dirty="0"/>
          </a:p>
        </p:txBody>
      </p:sp>
      <p:sp>
        <p:nvSpPr>
          <p:cNvPr id="95" name="Shape 62">
            <a:extLst>
              <a:ext uri="{FF2B5EF4-FFF2-40B4-BE49-F238E27FC236}">
                <a16:creationId xmlns:a16="http://schemas.microsoft.com/office/drawing/2014/main" id="{420C8969-2C6A-0E67-026B-B82720E99BF5}"/>
              </a:ext>
            </a:extLst>
          </p:cNvPr>
          <p:cNvSpPr/>
          <p:nvPr/>
        </p:nvSpPr>
        <p:spPr>
          <a:xfrm flipH="1">
            <a:off x="5757672" y="1321856"/>
            <a:ext cx="995172" cy="491958"/>
          </a:xfrm>
          <a:prstGeom prst="line">
            <a:avLst/>
          </a:prstGeom>
          <a:noFill/>
          <a:ln w="22860">
            <a:solidFill>
              <a:srgbClr val="FFD000">
                <a:alpha val="95000"/>
              </a:srgbClr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96" name="Text 63">
            <a:extLst>
              <a:ext uri="{FF2B5EF4-FFF2-40B4-BE49-F238E27FC236}">
                <a16:creationId xmlns:a16="http://schemas.microsoft.com/office/drawing/2014/main" id="{72B4C4CF-FC21-C994-5F26-F173E07D27B4}"/>
              </a:ext>
            </a:extLst>
          </p:cNvPr>
          <p:cNvSpPr/>
          <p:nvPr/>
        </p:nvSpPr>
        <p:spPr>
          <a:xfrm>
            <a:off x="5422392" y="1170432"/>
            <a:ext cx="868680" cy="219456"/>
          </a:xfrm>
          <a:prstGeom prst="rect">
            <a:avLst/>
          </a:prstGeom>
          <a:solidFill>
            <a:srgbClr val="041020"/>
          </a:solidFill>
          <a:ln w="8890">
            <a:solidFill>
              <a:srgbClr val="FFD000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D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Secure Key</a:t>
            </a:r>
            <a:endParaRPr lang="en-US" sz="750" dirty="0"/>
          </a:p>
        </p:txBody>
      </p:sp>
    </p:spTree>
    <p:extLst>
      <p:ext uri="{BB962C8B-B14F-4D97-AF65-F5344CB8AC3E}">
        <p14:creationId xmlns:p14="http://schemas.microsoft.com/office/powerpoint/2010/main" val="326949147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med" p14:dur="700">
        <p159:morph option="byObject"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4102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F5FA4AF-D0A8-F837-8C51-271A45CB66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D996802E-1881-DE82-38A6-45E76E3FA623}"/>
              </a:ext>
            </a:extLst>
          </p:cNvPr>
          <p:cNvSpPr/>
          <p:nvPr/>
        </p:nvSpPr>
        <p:spPr>
          <a:xfrm>
            <a:off x="0" y="0"/>
            <a:ext cx="4572" cy="5143500"/>
          </a:xfrm>
          <a:prstGeom prst="rect">
            <a:avLst/>
          </a:prstGeom>
          <a:solidFill>
            <a:srgbClr val="0A2040"/>
          </a:solidFill>
          <a:ln w="3810">
            <a:solidFill>
              <a:srgbClr val="0A20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F4307C4B-DEA4-9276-B9B7-6559080D96F9}"/>
              </a:ext>
            </a:extLst>
          </p:cNvPr>
          <p:cNvSpPr/>
          <p:nvPr/>
        </p:nvSpPr>
        <p:spPr>
          <a:xfrm>
            <a:off x="914400" y="0"/>
            <a:ext cx="4572" cy="5143500"/>
          </a:xfrm>
          <a:prstGeom prst="rect">
            <a:avLst/>
          </a:prstGeom>
          <a:solidFill>
            <a:srgbClr val="0A2040"/>
          </a:solidFill>
          <a:ln w="3810">
            <a:solidFill>
              <a:srgbClr val="0A20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E6E3E6EE-D173-CEC2-2A08-11FDCD18AD57}"/>
              </a:ext>
            </a:extLst>
          </p:cNvPr>
          <p:cNvSpPr/>
          <p:nvPr/>
        </p:nvSpPr>
        <p:spPr>
          <a:xfrm>
            <a:off x="1828800" y="0"/>
            <a:ext cx="4572" cy="5143500"/>
          </a:xfrm>
          <a:prstGeom prst="rect">
            <a:avLst/>
          </a:prstGeom>
          <a:solidFill>
            <a:srgbClr val="0A2040"/>
          </a:solidFill>
          <a:ln w="3810">
            <a:solidFill>
              <a:srgbClr val="0A20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B3E014DE-125D-D99C-E3DA-1151AA2C3D65}"/>
              </a:ext>
            </a:extLst>
          </p:cNvPr>
          <p:cNvSpPr/>
          <p:nvPr/>
        </p:nvSpPr>
        <p:spPr>
          <a:xfrm>
            <a:off x="2743200" y="0"/>
            <a:ext cx="4572" cy="5143500"/>
          </a:xfrm>
          <a:prstGeom prst="rect">
            <a:avLst/>
          </a:prstGeom>
          <a:solidFill>
            <a:srgbClr val="0A2040"/>
          </a:solidFill>
          <a:ln w="3810">
            <a:solidFill>
              <a:srgbClr val="0A20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9591E3D5-13C4-132D-9791-4F4DB7297269}"/>
              </a:ext>
            </a:extLst>
          </p:cNvPr>
          <p:cNvSpPr/>
          <p:nvPr/>
        </p:nvSpPr>
        <p:spPr>
          <a:xfrm>
            <a:off x="3657600" y="0"/>
            <a:ext cx="4572" cy="5143500"/>
          </a:xfrm>
          <a:prstGeom prst="rect">
            <a:avLst/>
          </a:prstGeom>
          <a:solidFill>
            <a:srgbClr val="0A2040"/>
          </a:solidFill>
          <a:ln w="3810">
            <a:solidFill>
              <a:srgbClr val="0A20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C3922D3F-CE5D-3D49-C9E1-2AD0161DCD97}"/>
              </a:ext>
            </a:extLst>
          </p:cNvPr>
          <p:cNvSpPr/>
          <p:nvPr/>
        </p:nvSpPr>
        <p:spPr>
          <a:xfrm>
            <a:off x="4572000" y="0"/>
            <a:ext cx="4572" cy="5143500"/>
          </a:xfrm>
          <a:prstGeom prst="rect">
            <a:avLst/>
          </a:prstGeom>
          <a:solidFill>
            <a:srgbClr val="0A2040"/>
          </a:solidFill>
          <a:ln w="3810">
            <a:solidFill>
              <a:srgbClr val="0A20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8249651D-269F-A478-3875-43F09B19DB6D}"/>
              </a:ext>
            </a:extLst>
          </p:cNvPr>
          <p:cNvSpPr/>
          <p:nvPr/>
        </p:nvSpPr>
        <p:spPr>
          <a:xfrm>
            <a:off x="5486400" y="0"/>
            <a:ext cx="4572" cy="5143500"/>
          </a:xfrm>
          <a:prstGeom prst="rect">
            <a:avLst/>
          </a:prstGeom>
          <a:solidFill>
            <a:srgbClr val="0A2040"/>
          </a:solidFill>
          <a:ln w="3810">
            <a:solidFill>
              <a:srgbClr val="0A20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21938097-01C4-F5FA-C2B6-9E958DE3BD5B}"/>
              </a:ext>
            </a:extLst>
          </p:cNvPr>
          <p:cNvSpPr/>
          <p:nvPr/>
        </p:nvSpPr>
        <p:spPr>
          <a:xfrm>
            <a:off x="6400800" y="0"/>
            <a:ext cx="4572" cy="5143500"/>
          </a:xfrm>
          <a:prstGeom prst="rect">
            <a:avLst/>
          </a:prstGeom>
          <a:solidFill>
            <a:srgbClr val="0A2040"/>
          </a:solidFill>
          <a:ln w="3810">
            <a:solidFill>
              <a:srgbClr val="0A20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4F859935-4749-8E73-873B-DB81CE884FED}"/>
              </a:ext>
            </a:extLst>
          </p:cNvPr>
          <p:cNvSpPr/>
          <p:nvPr/>
        </p:nvSpPr>
        <p:spPr>
          <a:xfrm>
            <a:off x="7315200" y="0"/>
            <a:ext cx="4572" cy="5143500"/>
          </a:xfrm>
          <a:prstGeom prst="rect">
            <a:avLst/>
          </a:prstGeom>
          <a:solidFill>
            <a:srgbClr val="0A2040"/>
          </a:solidFill>
          <a:ln w="3810">
            <a:solidFill>
              <a:srgbClr val="0A20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A6123D31-6104-A61E-3287-B722E45A1BF1}"/>
              </a:ext>
            </a:extLst>
          </p:cNvPr>
          <p:cNvSpPr/>
          <p:nvPr/>
        </p:nvSpPr>
        <p:spPr>
          <a:xfrm>
            <a:off x="8229600" y="0"/>
            <a:ext cx="4572" cy="5143500"/>
          </a:xfrm>
          <a:prstGeom prst="rect">
            <a:avLst/>
          </a:prstGeom>
          <a:solidFill>
            <a:srgbClr val="0A2040"/>
          </a:solidFill>
          <a:ln w="3810">
            <a:solidFill>
              <a:srgbClr val="0A20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BF1E7389-DD44-D321-6900-28BF12FE4D33}"/>
              </a:ext>
            </a:extLst>
          </p:cNvPr>
          <p:cNvSpPr/>
          <p:nvPr/>
        </p:nvSpPr>
        <p:spPr>
          <a:xfrm>
            <a:off x="9144000" y="0"/>
            <a:ext cx="4572" cy="5143500"/>
          </a:xfrm>
          <a:prstGeom prst="rect">
            <a:avLst/>
          </a:prstGeom>
          <a:solidFill>
            <a:srgbClr val="0A2040"/>
          </a:solidFill>
          <a:ln w="3810">
            <a:solidFill>
              <a:srgbClr val="0A20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101DD9D5-4887-1954-0F4D-10A9DA9CD8AD}"/>
              </a:ext>
            </a:extLst>
          </p:cNvPr>
          <p:cNvSpPr/>
          <p:nvPr/>
        </p:nvSpPr>
        <p:spPr>
          <a:xfrm>
            <a:off x="0" y="0"/>
            <a:ext cx="9144000" cy="4572"/>
          </a:xfrm>
          <a:prstGeom prst="rect">
            <a:avLst/>
          </a:prstGeom>
          <a:solidFill>
            <a:srgbClr val="0A2040"/>
          </a:solidFill>
          <a:ln w="3810">
            <a:solidFill>
              <a:srgbClr val="0A20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18C7E22B-AF42-B441-BC7D-8C3669257977}"/>
              </a:ext>
            </a:extLst>
          </p:cNvPr>
          <p:cNvSpPr/>
          <p:nvPr/>
        </p:nvSpPr>
        <p:spPr>
          <a:xfrm>
            <a:off x="0" y="822960"/>
            <a:ext cx="9144000" cy="4572"/>
          </a:xfrm>
          <a:prstGeom prst="rect">
            <a:avLst/>
          </a:prstGeom>
          <a:solidFill>
            <a:srgbClr val="0A2040"/>
          </a:solidFill>
          <a:ln w="3810">
            <a:solidFill>
              <a:srgbClr val="0A20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>
            <a:extLst>
              <a:ext uri="{FF2B5EF4-FFF2-40B4-BE49-F238E27FC236}">
                <a16:creationId xmlns:a16="http://schemas.microsoft.com/office/drawing/2014/main" id="{7C8D546F-2148-6B95-8C73-8695D7144446}"/>
              </a:ext>
            </a:extLst>
          </p:cNvPr>
          <p:cNvSpPr/>
          <p:nvPr/>
        </p:nvSpPr>
        <p:spPr>
          <a:xfrm>
            <a:off x="0" y="1645920"/>
            <a:ext cx="9144000" cy="4572"/>
          </a:xfrm>
          <a:prstGeom prst="rect">
            <a:avLst/>
          </a:prstGeom>
          <a:solidFill>
            <a:srgbClr val="0A2040"/>
          </a:solidFill>
          <a:ln w="3810">
            <a:solidFill>
              <a:srgbClr val="0A20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>
            <a:extLst>
              <a:ext uri="{FF2B5EF4-FFF2-40B4-BE49-F238E27FC236}">
                <a16:creationId xmlns:a16="http://schemas.microsoft.com/office/drawing/2014/main" id="{0364017B-60EE-7B4B-D736-32893A4F3EAF}"/>
              </a:ext>
            </a:extLst>
          </p:cNvPr>
          <p:cNvSpPr/>
          <p:nvPr/>
        </p:nvSpPr>
        <p:spPr>
          <a:xfrm>
            <a:off x="0" y="2468880"/>
            <a:ext cx="9144000" cy="4572"/>
          </a:xfrm>
          <a:prstGeom prst="rect">
            <a:avLst/>
          </a:prstGeom>
          <a:solidFill>
            <a:srgbClr val="0A2040"/>
          </a:solidFill>
          <a:ln w="3810">
            <a:solidFill>
              <a:srgbClr val="0A20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>
            <a:extLst>
              <a:ext uri="{FF2B5EF4-FFF2-40B4-BE49-F238E27FC236}">
                <a16:creationId xmlns:a16="http://schemas.microsoft.com/office/drawing/2014/main" id="{E6AA9E42-3074-228C-517B-6C8030E9F0C7}"/>
              </a:ext>
            </a:extLst>
          </p:cNvPr>
          <p:cNvSpPr/>
          <p:nvPr/>
        </p:nvSpPr>
        <p:spPr>
          <a:xfrm>
            <a:off x="0" y="3291840"/>
            <a:ext cx="9144000" cy="4572"/>
          </a:xfrm>
          <a:prstGeom prst="rect">
            <a:avLst/>
          </a:prstGeom>
          <a:solidFill>
            <a:srgbClr val="0A2040"/>
          </a:solidFill>
          <a:ln w="3810">
            <a:solidFill>
              <a:srgbClr val="0A20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>
            <a:extLst>
              <a:ext uri="{FF2B5EF4-FFF2-40B4-BE49-F238E27FC236}">
                <a16:creationId xmlns:a16="http://schemas.microsoft.com/office/drawing/2014/main" id="{A1FDCEDE-C3A0-1F66-9096-DA74C6C6F6E3}"/>
              </a:ext>
            </a:extLst>
          </p:cNvPr>
          <p:cNvSpPr/>
          <p:nvPr/>
        </p:nvSpPr>
        <p:spPr>
          <a:xfrm>
            <a:off x="0" y="4114800"/>
            <a:ext cx="9144000" cy="4572"/>
          </a:xfrm>
          <a:prstGeom prst="rect">
            <a:avLst/>
          </a:prstGeom>
          <a:solidFill>
            <a:srgbClr val="0A2040"/>
          </a:solidFill>
          <a:ln w="3810">
            <a:solidFill>
              <a:srgbClr val="0A20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>
            <a:extLst>
              <a:ext uri="{FF2B5EF4-FFF2-40B4-BE49-F238E27FC236}">
                <a16:creationId xmlns:a16="http://schemas.microsoft.com/office/drawing/2014/main" id="{9721004F-5769-BDD0-7ACC-BE58238160D5}"/>
              </a:ext>
            </a:extLst>
          </p:cNvPr>
          <p:cNvSpPr/>
          <p:nvPr/>
        </p:nvSpPr>
        <p:spPr>
          <a:xfrm>
            <a:off x="0" y="4937760"/>
            <a:ext cx="9144000" cy="4572"/>
          </a:xfrm>
          <a:prstGeom prst="rect">
            <a:avLst/>
          </a:prstGeom>
          <a:solidFill>
            <a:srgbClr val="0A2040"/>
          </a:solidFill>
          <a:ln w="3810">
            <a:solidFill>
              <a:srgbClr val="0A20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>
            <a:extLst>
              <a:ext uri="{FF2B5EF4-FFF2-40B4-BE49-F238E27FC236}">
                <a16:creationId xmlns:a16="http://schemas.microsoft.com/office/drawing/2014/main" id="{32A718A7-61A9-3338-E13C-9777AB6CA217}"/>
              </a:ext>
            </a:extLst>
          </p:cNvPr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1" name="Shape 19">
            <a:extLst>
              <a:ext uri="{FF2B5EF4-FFF2-40B4-BE49-F238E27FC236}">
                <a16:creationId xmlns:a16="http://schemas.microsoft.com/office/drawing/2014/main" id="{2E95B829-8095-B2A8-1A38-2E45C9B98F72}"/>
              </a:ext>
            </a:extLst>
          </p:cNvPr>
          <p:cNvSpPr/>
          <p:nvPr/>
        </p:nvSpPr>
        <p:spPr>
          <a:xfrm>
            <a:off x="0" y="5093208"/>
            <a:ext cx="9144000" cy="50292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2" name="Shape 20">
            <a:extLst>
              <a:ext uri="{FF2B5EF4-FFF2-40B4-BE49-F238E27FC236}">
                <a16:creationId xmlns:a16="http://schemas.microsoft.com/office/drawing/2014/main" id="{CBF43604-6841-F19E-61CC-E25E83D49E70}"/>
              </a:ext>
            </a:extLst>
          </p:cNvPr>
          <p:cNvSpPr/>
          <p:nvPr/>
        </p:nvSpPr>
        <p:spPr>
          <a:xfrm>
            <a:off x="73152" y="64008"/>
            <a:ext cx="274320" cy="36576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3" name="Shape 21">
            <a:extLst>
              <a:ext uri="{FF2B5EF4-FFF2-40B4-BE49-F238E27FC236}">
                <a16:creationId xmlns:a16="http://schemas.microsoft.com/office/drawing/2014/main" id="{17F3CD33-0A60-6E0E-737D-87574232BA21}"/>
              </a:ext>
            </a:extLst>
          </p:cNvPr>
          <p:cNvSpPr/>
          <p:nvPr/>
        </p:nvSpPr>
        <p:spPr>
          <a:xfrm>
            <a:off x="73152" y="64008"/>
            <a:ext cx="36576" cy="22860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4" name="Shape 22">
            <a:extLst>
              <a:ext uri="{FF2B5EF4-FFF2-40B4-BE49-F238E27FC236}">
                <a16:creationId xmlns:a16="http://schemas.microsoft.com/office/drawing/2014/main" id="{1467D3C6-350A-85AE-B026-0CC820EA41FE}"/>
              </a:ext>
            </a:extLst>
          </p:cNvPr>
          <p:cNvSpPr/>
          <p:nvPr/>
        </p:nvSpPr>
        <p:spPr>
          <a:xfrm>
            <a:off x="8796528" y="64008"/>
            <a:ext cx="274320" cy="36576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5" name="Shape 23">
            <a:extLst>
              <a:ext uri="{FF2B5EF4-FFF2-40B4-BE49-F238E27FC236}">
                <a16:creationId xmlns:a16="http://schemas.microsoft.com/office/drawing/2014/main" id="{A5A58172-F206-2BE2-7730-0B242A8F3F30}"/>
              </a:ext>
            </a:extLst>
          </p:cNvPr>
          <p:cNvSpPr/>
          <p:nvPr/>
        </p:nvSpPr>
        <p:spPr>
          <a:xfrm>
            <a:off x="9034272" y="64008"/>
            <a:ext cx="36576" cy="22860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6" name="Shape 24">
            <a:extLst>
              <a:ext uri="{FF2B5EF4-FFF2-40B4-BE49-F238E27FC236}">
                <a16:creationId xmlns:a16="http://schemas.microsoft.com/office/drawing/2014/main" id="{40E180B5-05F6-C91A-A66D-2398CAF75B90}"/>
              </a:ext>
            </a:extLst>
          </p:cNvPr>
          <p:cNvSpPr/>
          <p:nvPr/>
        </p:nvSpPr>
        <p:spPr>
          <a:xfrm>
            <a:off x="73152" y="5042916"/>
            <a:ext cx="274320" cy="36576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7" name="Shape 25">
            <a:extLst>
              <a:ext uri="{FF2B5EF4-FFF2-40B4-BE49-F238E27FC236}">
                <a16:creationId xmlns:a16="http://schemas.microsoft.com/office/drawing/2014/main" id="{CB558480-0F26-F017-09F1-25A9B6630D0C}"/>
              </a:ext>
            </a:extLst>
          </p:cNvPr>
          <p:cNvSpPr/>
          <p:nvPr/>
        </p:nvSpPr>
        <p:spPr>
          <a:xfrm>
            <a:off x="73152" y="4850892"/>
            <a:ext cx="36576" cy="22860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8" name="Shape 26">
            <a:extLst>
              <a:ext uri="{FF2B5EF4-FFF2-40B4-BE49-F238E27FC236}">
                <a16:creationId xmlns:a16="http://schemas.microsoft.com/office/drawing/2014/main" id="{769D8661-C2A7-B889-033B-40B64EAC7C02}"/>
              </a:ext>
            </a:extLst>
          </p:cNvPr>
          <p:cNvSpPr/>
          <p:nvPr/>
        </p:nvSpPr>
        <p:spPr>
          <a:xfrm>
            <a:off x="8796528" y="5042916"/>
            <a:ext cx="274320" cy="36576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9" name="Shape 27">
            <a:extLst>
              <a:ext uri="{FF2B5EF4-FFF2-40B4-BE49-F238E27FC236}">
                <a16:creationId xmlns:a16="http://schemas.microsoft.com/office/drawing/2014/main" id="{88A86FEB-C58D-E5A6-B608-A28FF21ABD15}"/>
              </a:ext>
            </a:extLst>
          </p:cNvPr>
          <p:cNvSpPr/>
          <p:nvPr/>
        </p:nvSpPr>
        <p:spPr>
          <a:xfrm>
            <a:off x="9034272" y="4850892"/>
            <a:ext cx="36576" cy="22860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30" name="Shape 28">
            <a:extLst>
              <a:ext uri="{FF2B5EF4-FFF2-40B4-BE49-F238E27FC236}">
                <a16:creationId xmlns:a16="http://schemas.microsoft.com/office/drawing/2014/main" id="{EB2A5B1D-5F75-1039-59EF-A68D153B5C78}"/>
              </a:ext>
            </a:extLst>
          </p:cNvPr>
          <p:cNvSpPr/>
          <p:nvPr/>
        </p:nvSpPr>
        <p:spPr>
          <a:xfrm>
            <a:off x="182880" y="109728"/>
            <a:ext cx="960120" cy="475488"/>
          </a:xfrm>
          <a:prstGeom prst="ellipse">
            <a:avLst/>
          </a:prstGeom>
          <a:solidFill>
            <a:srgbClr val="1C0E00"/>
          </a:solidFill>
          <a:ln w="17780">
            <a:solidFill>
              <a:srgbClr val="FF9500"/>
            </a:solidFill>
            <a:prstDash val="soli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31" name="Text 29">
            <a:extLst>
              <a:ext uri="{FF2B5EF4-FFF2-40B4-BE49-F238E27FC236}">
                <a16:creationId xmlns:a16="http://schemas.microsoft.com/office/drawing/2014/main" id="{D48C10C0-B232-1E2A-FD7D-4FEF4208B33E}"/>
              </a:ext>
            </a:extLst>
          </p:cNvPr>
          <p:cNvSpPr/>
          <p:nvPr/>
        </p:nvSpPr>
        <p:spPr>
          <a:xfrm>
            <a:off x="182880" y="109728"/>
            <a:ext cx="960120" cy="475488"/>
          </a:xfrm>
          <a:prstGeom prst="rect">
            <a:avLst/>
          </a:prstGeom>
          <a:noFill/>
          <a:ln/>
          <a:effectLst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95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POWER</a:t>
            </a:r>
            <a:endParaRPr lang="en-US" sz="800" dirty="0"/>
          </a:p>
          <a:p>
            <a:pPr marL="0" indent="0" algn="ctr">
              <a:buNone/>
            </a:pPr>
            <a:r>
              <a:rPr lang="en-US" sz="800" b="1" dirty="0">
                <a:solidFill>
                  <a:srgbClr val="FF95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</a:t>
            </a:r>
            <a:endParaRPr lang="en-US" sz="800" dirty="0"/>
          </a:p>
        </p:txBody>
      </p:sp>
      <p:sp>
        <p:nvSpPr>
          <p:cNvPr id="32" name="Shape 30">
            <a:extLst>
              <a:ext uri="{FF2B5EF4-FFF2-40B4-BE49-F238E27FC236}">
                <a16:creationId xmlns:a16="http://schemas.microsoft.com/office/drawing/2014/main" id="{6BB981BD-3AC2-567B-DDA4-81633B4D1631}"/>
              </a:ext>
            </a:extLst>
          </p:cNvPr>
          <p:cNvSpPr/>
          <p:nvPr/>
        </p:nvSpPr>
        <p:spPr>
          <a:xfrm>
            <a:off x="3627120" y="109728"/>
            <a:ext cx="1920240" cy="475488"/>
          </a:xfrm>
          <a:prstGeom prst="rect">
            <a:avLst/>
          </a:prstGeom>
          <a:solidFill>
            <a:srgbClr val="180038"/>
          </a:solidFill>
          <a:ln w="15240">
            <a:solidFill>
              <a:srgbClr val="8844EE"/>
            </a:solidFill>
            <a:prstDash val="soli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33" name="Text 31">
            <a:extLst>
              <a:ext uri="{FF2B5EF4-FFF2-40B4-BE49-F238E27FC236}">
                <a16:creationId xmlns:a16="http://schemas.microsoft.com/office/drawing/2014/main" id="{1B4C0721-6237-49F8-876A-A2CE6A676076}"/>
              </a:ext>
            </a:extLst>
          </p:cNvPr>
          <p:cNvSpPr/>
          <p:nvPr/>
        </p:nvSpPr>
        <p:spPr>
          <a:xfrm>
            <a:off x="3627120" y="109728"/>
            <a:ext cx="1920240" cy="266273"/>
          </a:xfrm>
          <a:prstGeom prst="rect">
            <a:avLst/>
          </a:prstGeom>
          <a:noFill/>
          <a:ln/>
          <a:effectLst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MEMORY</a:t>
            </a:r>
            <a:endParaRPr lang="en-US" sz="900" dirty="0"/>
          </a:p>
        </p:txBody>
      </p:sp>
      <p:sp>
        <p:nvSpPr>
          <p:cNvPr id="34" name="Text 32">
            <a:extLst>
              <a:ext uri="{FF2B5EF4-FFF2-40B4-BE49-F238E27FC236}">
                <a16:creationId xmlns:a16="http://schemas.microsoft.com/office/drawing/2014/main" id="{A35801EF-B55A-6E10-CBB4-6DD7D5AA4950}"/>
              </a:ext>
            </a:extLst>
          </p:cNvPr>
          <p:cNvSpPr/>
          <p:nvPr/>
        </p:nvSpPr>
        <p:spPr>
          <a:xfrm>
            <a:off x="3627120" y="356982"/>
            <a:ext cx="1920240" cy="228234"/>
          </a:xfrm>
          <a:prstGeom prst="rect">
            <a:avLst/>
          </a:prstGeom>
          <a:noFill/>
          <a:ln/>
          <a:effectLst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00" i="1" dirty="0">
                <a:solidFill>
                  <a:srgbClr val="6688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DDR / Flash</a:t>
            </a:r>
            <a:endParaRPr lang="en-US" sz="700" dirty="0"/>
          </a:p>
        </p:txBody>
      </p:sp>
      <p:sp>
        <p:nvSpPr>
          <p:cNvPr id="35" name="Shape 33">
            <a:extLst>
              <a:ext uri="{FF2B5EF4-FFF2-40B4-BE49-F238E27FC236}">
                <a16:creationId xmlns:a16="http://schemas.microsoft.com/office/drawing/2014/main" id="{0B55847A-533C-37A9-841E-610F1718411C}"/>
              </a:ext>
            </a:extLst>
          </p:cNvPr>
          <p:cNvSpPr/>
          <p:nvPr/>
        </p:nvSpPr>
        <p:spPr>
          <a:xfrm>
            <a:off x="6752844" y="981710"/>
            <a:ext cx="1737360" cy="475488"/>
          </a:xfrm>
          <a:prstGeom prst="rect">
            <a:avLst/>
          </a:prstGeom>
          <a:solidFill>
            <a:srgbClr val="2A1E00"/>
          </a:solidFill>
          <a:ln w="15240">
            <a:solidFill>
              <a:srgbClr val="CC9900"/>
            </a:solidFill>
            <a:prstDash val="soli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36" name="Text 34">
            <a:extLst>
              <a:ext uri="{FF2B5EF4-FFF2-40B4-BE49-F238E27FC236}">
                <a16:creationId xmlns:a16="http://schemas.microsoft.com/office/drawing/2014/main" id="{20054CBA-62A6-DD95-1A5E-8E5CD64088E7}"/>
              </a:ext>
            </a:extLst>
          </p:cNvPr>
          <p:cNvSpPr/>
          <p:nvPr/>
        </p:nvSpPr>
        <p:spPr>
          <a:xfrm>
            <a:off x="6752844" y="968715"/>
            <a:ext cx="1737360" cy="266273"/>
          </a:xfrm>
          <a:prstGeom prst="rect">
            <a:avLst/>
          </a:prstGeom>
          <a:noFill/>
          <a:ln/>
          <a:effectLst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SECURE KEY</a:t>
            </a:r>
            <a:endParaRPr lang="en-US" sz="900" dirty="0"/>
          </a:p>
        </p:txBody>
      </p:sp>
      <p:sp>
        <p:nvSpPr>
          <p:cNvPr id="37" name="Text 35">
            <a:extLst>
              <a:ext uri="{FF2B5EF4-FFF2-40B4-BE49-F238E27FC236}">
                <a16:creationId xmlns:a16="http://schemas.microsoft.com/office/drawing/2014/main" id="{03599A65-C668-E23D-1800-3D389B8EF32A}"/>
              </a:ext>
            </a:extLst>
          </p:cNvPr>
          <p:cNvSpPr/>
          <p:nvPr/>
        </p:nvSpPr>
        <p:spPr>
          <a:xfrm>
            <a:off x="6752844" y="1228964"/>
            <a:ext cx="1737360" cy="228234"/>
          </a:xfrm>
          <a:prstGeom prst="rect">
            <a:avLst/>
          </a:prstGeom>
          <a:noFill/>
          <a:ln/>
          <a:effectLst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00" i="1" dirty="0">
                <a:solidFill>
                  <a:srgbClr val="6688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Storage</a:t>
            </a:r>
            <a:endParaRPr lang="en-US" sz="700" dirty="0"/>
          </a:p>
        </p:txBody>
      </p:sp>
      <p:sp>
        <p:nvSpPr>
          <p:cNvPr id="39" name="Text 37">
            <a:extLst>
              <a:ext uri="{FF2B5EF4-FFF2-40B4-BE49-F238E27FC236}">
                <a16:creationId xmlns:a16="http://schemas.microsoft.com/office/drawing/2014/main" id="{37BA243F-05D8-BF35-949E-4AF2DF4C0663}"/>
              </a:ext>
            </a:extLst>
          </p:cNvPr>
          <p:cNvSpPr/>
          <p:nvPr/>
        </p:nvSpPr>
        <p:spPr>
          <a:xfrm>
            <a:off x="256032" y="786384"/>
            <a:ext cx="2011680" cy="256032"/>
          </a:xfrm>
          <a:prstGeom prst="rect">
            <a:avLst/>
          </a:prstGeom>
          <a:noFill/>
          <a:ln/>
          <a:effectLst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b="1" kern="0" spc="300" dirty="0">
                <a:solidFill>
                  <a:srgbClr val="6688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TOP MODULE</a:t>
            </a:r>
            <a:endParaRPr lang="en-US" sz="750" dirty="0"/>
          </a:p>
        </p:txBody>
      </p:sp>
      <p:sp>
        <p:nvSpPr>
          <p:cNvPr id="40" name="Shape 38">
            <a:extLst>
              <a:ext uri="{FF2B5EF4-FFF2-40B4-BE49-F238E27FC236}">
                <a16:creationId xmlns:a16="http://schemas.microsoft.com/office/drawing/2014/main" id="{2774DFDC-9012-CE4D-FF1C-7A61997DD878}"/>
              </a:ext>
            </a:extLst>
          </p:cNvPr>
          <p:cNvSpPr/>
          <p:nvPr/>
        </p:nvSpPr>
        <p:spPr>
          <a:xfrm>
            <a:off x="411480" y="896112"/>
            <a:ext cx="1783080" cy="804672"/>
          </a:xfrm>
          <a:prstGeom prst="rect">
            <a:avLst/>
          </a:prstGeom>
          <a:solidFill>
            <a:srgbClr val="0B2850"/>
          </a:solidFill>
          <a:ln w="15240">
            <a:solidFill>
              <a:srgbClr val="2B7AE0"/>
            </a:solidFill>
            <a:prstDash val="soli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41" name="Text 39">
            <a:extLst>
              <a:ext uri="{FF2B5EF4-FFF2-40B4-BE49-F238E27FC236}">
                <a16:creationId xmlns:a16="http://schemas.microsoft.com/office/drawing/2014/main" id="{61AE2B95-E689-A134-83AF-BB29939C9534}"/>
              </a:ext>
            </a:extLst>
          </p:cNvPr>
          <p:cNvSpPr/>
          <p:nvPr/>
        </p:nvSpPr>
        <p:spPr>
          <a:xfrm>
            <a:off x="411480" y="896112"/>
            <a:ext cx="1783080" cy="450616"/>
          </a:xfrm>
          <a:prstGeom prst="rect">
            <a:avLst/>
          </a:prstGeom>
          <a:noFill/>
          <a:ln/>
          <a:effectLst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BOOT FSM</a:t>
            </a:r>
            <a:endParaRPr lang="en-US" sz="900" dirty="0"/>
          </a:p>
        </p:txBody>
      </p:sp>
      <p:sp>
        <p:nvSpPr>
          <p:cNvPr id="42" name="Text 40">
            <a:extLst>
              <a:ext uri="{FF2B5EF4-FFF2-40B4-BE49-F238E27FC236}">
                <a16:creationId xmlns:a16="http://schemas.microsoft.com/office/drawing/2014/main" id="{E0CF9B0B-57A5-05CE-C6A1-1059B1E455A1}"/>
              </a:ext>
            </a:extLst>
          </p:cNvPr>
          <p:cNvSpPr/>
          <p:nvPr/>
        </p:nvSpPr>
        <p:spPr>
          <a:xfrm>
            <a:off x="411480" y="1314541"/>
            <a:ext cx="1783080" cy="386243"/>
          </a:xfrm>
          <a:prstGeom prst="rect">
            <a:avLst/>
          </a:prstGeom>
          <a:noFill/>
          <a:ln/>
          <a:effectLst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00" i="1" dirty="0">
                <a:solidFill>
                  <a:srgbClr val="6688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Controller</a:t>
            </a:r>
            <a:endParaRPr lang="en-US" sz="700" dirty="0"/>
          </a:p>
        </p:txBody>
      </p:sp>
      <p:sp>
        <p:nvSpPr>
          <p:cNvPr id="48" name="Shape 46">
            <a:extLst>
              <a:ext uri="{FF2B5EF4-FFF2-40B4-BE49-F238E27FC236}">
                <a16:creationId xmlns:a16="http://schemas.microsoft.com/office/drawing/2014/main" id="{86143D03-4070-B22F-B897-E485D22FEBAC}"/>
              </a:ext>
            </a:extLst>
          </p:cNvPr>
          <p:cNvSpPr/>
          <p:nvPr/>
        </p:nvSpPr>
        <p:spPr>
          <a:xfrm>
            <a:off x="3529584" y="2896088"/>
            <a:ext cx="1975104" cy="804672"/>
          </a:xfrm>
          <a:prstGeom prst="rect">
            <a:avLst/>
          </a:prstGeom>
          <a:solidFill>
            <a:srgbClr val="251000"/>
          </a:solidFill>
          <a:ln w="15240">
            <a:solidFill>
              <a:srgbClr val="CC6600"/>
            </a:solidFill>
            <a:prstDash val="soli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49" name="Text 47">
            <a:extLst>
              <a:ext uri="{FF2B5EF4-FFF2-40B4-BE49-F238E27FC236}">
                <a16:creationId xmlns:a16="http://schemas.microsoft.com/office/drawing/2014/main" id="{7BB61A43-2F3B-4D7D-7D92-6559A02C3247}"/>
              </a:ext>
            </a:extLst>
          </p:cNvPr>
          <p:cNvSpPr/>
          <p:nvPr/>
        </p:nvSpPr>
        <p:spPr>
          <a:xfrm>
            <a:off x="3529584" y="2896088"/>
            <a:ext cx="1975104" cy="450616"/>
          </a:xfrm>
          <a:prstGeom prst="rect">
            <a:avLst/>
          </a:prstGeom>
          <a:noFill/>
          <a:ln/>
          <a:effectLst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RETRY</a:t>
            </a:r>
            <a:endParaRPr lang="en-US" sz="900" dirty="0"/>
          </a:p>
        </p:txBody>
      </p:sp>
      <p:sp>
        <p:nvSpPr>
          <p:cNvPr id="50" name="Text 48">
            <a:extLst>
              <a:ext uri="{FF2B5EF4-FFF2-40B4-BE49-F238E27FC236}">
                <a16:creationId xmlns:a16="http://schemas.microsoft.com/office/drawing/2014/main" id="{886C5DBB-3960-5F77-56CE-4B88653BE337}"/>
              </a:ext>
            </a:extLst>
          </p:cNvPr>
          <p:cNvSpPr/>
          <p:nvPr/>
        </p:nvSpPr>
        <p:spPr>
          <a:xfrm>
            <a:off x="3529584" y="3355157"/>
            <a:ext cx="1975104" cy="386243"/>
          </a:xfrm>
          <a:prstGeom prst="rect">
            <a:avLst/>
          </a:prstGeom>
          <a:noFill/>
          <a:ln/>
          <a:effectLst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00" i="1" dirty="0">
                <a:solidFill>
                  <a:srgbClr val="6688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Counter</a:t>
            </a:r>
            <a:endParaRPr lang="en-US" sz="700" dirty="0"/>
          </a:p>
        </p:txBody>
      </p:sp>
      <p:sp>
        <p:nvSpPr>
          <p:cNvPr id="51" name="Shape 49">
            <a:extLst>
              <a:ext uri="{FF2B5EF4-FFF2-40B4-BE49-F238E27FC236}">
                <a16:creationId xmlns:a16="http://schemas.microsoft.com/office/drawing/2014/main" id="{41127F97-8BC6-65BA-35A0-97BD11AE71A6}"/>
              </a:ext>
            </a:extLst>
          </p:cNvPr>
          <p:cNvSpPr/>
          <p:nvPr/>
        </p:nvSpPr>
        <p:spPr>
          <a:xfrm>
            <a:off x="6748272" y="2834640"/>
            <a:ext cx="1828800" cy="804672"/>
          </a:xfrm>
          <a:prstGeom prst="rect">
            <a:avLst/>
          </a:prstGeom>
          <a:solidFill>
            <a:srgbClr val="250000"/>
          </a:solidFill>
          <a:ln w="15240">
            <a:solidFill>
              <a:srgbClr val="CC1122"/>
            </a:solidFill>
            <a:prstDash val="soli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52" name="Text 50">
            <a:extLst>
              <a:ext uri="{FF2B5EF4-FFF2-40B4-BE49-F238E27FC236}">
                <a16:creationId xmlns:a16="http://schemas.microsoft.com/office/drawing/2014/main" id="{7488A2F5-5713-30BD-31DF-78D7AD829FD8}"/>
              </a:ext>
            </a:extLst>
          </p:cNvPr>
          <p:cNvSpPr/>
          <p:nvPr/>
        </p:nvSpPr>
        <p:spPr>
          <a:xfrm>
            <a:off x="6748272" y="2834640"/>
            <a:ext cx="1828800" cy="450616"/>
          </a:xfrm>
          <a:prstGeom prst="rect">
            <a:avLst/>
          </a:prstGeom>
          <a:noFill/>
          <a:ln/>
          <a:effectLst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LOCKDOWN</a:t>
            </a:r>
            <a:endParaRPr lang="en-US" sz="900" dirty="0"/>
          </a:p>
        </p:txBody>
      </p:sp>
      <p:sp>
        <p:nvSpPr>
          <p:cNvPr id="53" name="Text 51">
            <a:extLst>
              <a:ext uri="{FF2B5EF4-FFF2-40B4-BE49-F238E27FC236}">
                <a16:creationId xmlns:a16="http://schemas.microsoft.com/office/drawing/2014/main" id="{BB9CF169-6BD4-AF23-2A85-B584AB2B9F51}"/>
              </a:ext>
            </a:extLst>
          </p:cNvPr>
          <p:cNvSpPr/>
          <p:nvPr/>
        </p:nvSpPr>
        <p:spPr>
          <a:xfrm>
            <a:off x="6748272" y="3253069"/>
            <a:ext cx="1828800" cy="386243"/>
          </a:xfrm>
          <a:prstGeom prst="rect">
            <a:avLst/>
          </a:prstGeom>
          <a:noFill/>
          <a:ln/>
          <a:effectLst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00" i="1" dirty="0">
                <a:solidFill>
                  <a:srgbClr val="6688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Control</a:t>
            </a:r>
            <a:endParaRPr lang="en-US" sz="700" dirty="0"/>
          </a:p>
        </p:txBody>
      </p:sp>
      <p:sp>
        <p:nvSpPr>
          <p:cNvPr id="38" name="Shape 54">
            <a:extLst>
              <a:ext uri="{FF2B5EF4-FFF2-40B4-BE49-F238E27FC236}">
                <a16:creationId xmlns:a16="http://schemas.microsoft.com/office/drawing/2014/main" id="{4EA8DC84-903D-78DB-3E94-46834DB9BD97}"/>
              </a:ext>
            </a:extLst>
          </p:cNvPr>
          <p:cNvSpPr/>
          <p:nvPr/>
        </p:nvSpPr>
        <p:spPr>
          <a:xfrm>
            <a:off x="662940" y="585216"/>
            <a:ext cx="0" cy="281087"/>
          </a:xfrm>
          <a:prstGeom prst="line">
            <a:avLst/>
          </a:prstGeom>
          <a:noFill/>
          <a:ln w="22860">
            <a:solidFill>
              <a:srgbClr val="FF9500">
                <a:alpha val="95000"/>
              </a:srgbClr>
            </a:solidFill>
            <a:prstDash val="solid"/>
            <a:tailEnd type="triangle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60" name="Text 55">
            <a:extLst>
              <a:ext uri="{FF2B5EF4-FFF2-40B4-BE49-F238E27FC236}">
                <a16:creationId xmlns:a16="http://schemas.microsoft.com/office/drawing/2014/main" id="{0D699002-453C-4D42-BEE0-4EFC7F090C4D}"/>
              </a:ext>
            </a:extLst>
          </p:cNvPr>
          <p:cNvSpPr/>
          <p:nvPr/>
        </p:nvSpPr>
        <p:spPr>
          <a:xfrm>
            <a:off x="961898" y="585216"/>
            <a:ext cx="1005840" cy="228600"/>
          </a:xfrm>
          <a:prstGeom prst="rect">
            <a:avLst/>
          </a:prstGeom>
          <a:solidFill>
            <a:srgbClr val="041020"/>
          </a:solidFill>
          <a:ln w="8890">
            <a:solidFill>
              <a:srgbClr val="FF9500"/>
            </a:solidFill>
          </a:ln>
          <a:effectLst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95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Boot request</a:t>
            </a:r>
            <a:endParaRPr lang="en-US" sz="750" dirty="0"/>
          </a:p>
        </p:txBody>
      </p:sp>
      <p:sp>
        <p:nvSpPr>
          <p:cNvPr id="62" name="Shape 56">
            <a:extLst>
              <a:ext uri="{FF2B5EF4-FFF2-40B4-BE49-F238E27FC236}">
                <a16:creationId xmlns:a16="http://schemas.microsoft.com/office/drawing/2014/main" id="{D2BB097D-EA27-9F4C-DB2E-FA5857DD5FFD}"/>
              </a:ext>
            </a:extLst>
          </p:cNvPr>
          <p:cNvSpPr/>
          <p:nvPr/>
        </p:nvSpPr>
        <p:spPr>
          <a:xfrm>
            <a:off x="2194560" y="1298448"/>
            <a:ext cx="1120140" cy="505480"/>
          </a:xfrm>
          <a:prstGeom prst="line">
            <a:avLst/>
          </a:prstGeom>
          <a:noFill/>
          <a:ln w="22860">
            <a:solidFill>
              <a:srgbClr val="00D4FF">
                <a:alpha val="95000"/>
              </a:srgbClr>
            </a:solidFill>
            <a:prstDash val="solid"/>
            <a:tailEnd type="triangle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63" name="Text 57">
            <a:extLst>
              <a:ext uri="{FF2B5EF4-FFF2-40B4-BE49-F238E27FC236}">
                <a16:creationId xmlns:a16="http://schemas.microsoft.com/office/drawing/2014/main" id="{8E130A14-A135-0F1D-4360-8DCD7519CF13}"/>
              </a:ext>
            </a:extLst>
          </p:cNvPr>
          <p:cNvSpPr/>
          <p:nvPr/>
        </p:nvSpPr>
        <p:spPr>
          <a:xfrm>
            <a:off x="2590038" y="1189401"/>
            <a:ext cx="868680" cy="219456"/>
          </a:xfrm>
          <a:prstGeom prst="rect">
            <a:avLst/>
          </a:prstGeom>
          <a:solidFill>
            <a:srgbClr val="041020"/>
          </a:solidFill>
          <a:ln w="8890">
            <a:solidFill>
              <a:srgbClr val="00D4FF"/>
            </a:solidFill>
          </a:ln>
          <a:effectLst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auth_start</a:t>
            </a:r>
            <a:endParaRPr lang="en-US" sz="750" dirty="0"/>
          </a:p>
        </p:txBody>
      </p:sp>
      <p:sp>
        <p:nvSpPr>
          <p:cNvPr id="61" name="Shape 58">
            <a:extLst>
              <a:ext uri="{FF2B5EF4-FFF2-40B4-BE49-F238E27FC236}">
                <a16:creationId xmlns:a16="http://schemas.microsoft.com/office/drawing/2014/main" id="{F7108411-BA75-0291-48F5-704EAD73C701}"/>
              </a:ext>
            </a:extLst>
          </p:cNvPr>
          <p:cNvSpPr/>
          <p:nvPr/>
        </p:nvSpPr>
        <p:spPr>
          <a:xfrm flipH="1">
            <a:off x="4589702" y="591800"/>
            <a:ext cx="4572" cy="889528"/>
          </a:xfrm>
          <a:prstGeom prst="line">
            <a:avLst/>
          </a:prstGeom>
          <a:noFill/>
          <a:ln w="22860">
            <a:solidFill>
              <a:srgbClr val="9B4DFF">
                <a:alpha val="95000"/>
              </a:srgbClr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64" name="Text 59">
            <a:extLst>
              <a:ext uri="{FF2B5EF4-FFF2-40B4-BE49-F238E27FC236}">
                <a16:creationId xmlns:a16="http://schemas.microsoft.com/office/drawing/2014/main" id="{31FF1CB2-E3D4-6760-E99B-0AA1F05F76F9}"/>
              </a:ext>
            </a:extLst>
          </p:cNvPr>
          <p:cNvSpPr/>
          <p:nvPr/>
        </p:nvSpPr>
        <p:spPr>
          <a:xfrm>
            <a:off x="4655820" y="713232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9B4D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FW_Data</a:t>
            </a:r>
            <a:endParaRPr lang="en-US" sz="700" dirty="0"/>
          </a:p>
        </p:txBody>
      </p:sp>
      <p:sp>
        <p:nvSpPr>
          <p:cNvPr id="65" name="Text 60">
            <a:extLst>
              <a:ext uri="{FF2B5EF4-FFF2-40B4-BE49-F238E27FC236}">
                <a16:creationId xmlns:a16="http://schemas.microsoft.com/office/drawing/2014/main" id="{4C0B9BEF-1DAB-8C3A-F0F6-A919C26EC42C}"/>
              </a:ext>
            </a:extLst>
          </p:cNvPr>
          <p:cNvSpPr/>
          <p:nvPr/>
        </p:nvSpPr>
        <p:spPr>
          <a:xfrm>
            <a:off x="4655820" y="914400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9B4D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FW_Valid</a:t>
            </a:r>
            <a:endParaRPr lang="en-US" sz="700" dirty="0"/>
          </a:p>
        </p:txBody>
      </p:sp>
      <p:sp>
        <p:nvSpPr>
          <p:cNvPr id="66" name="Text 61">
            <a:extLst>
              <a:ext uri="{FF2B5EF4-FFF2-40B4-BE49-F238E27FC236}">
                <a16:creationId xmlns:a16="http://schemas.microsoft.com/office/drawing/2014/main" id="{CC643308-082B-21B5-4068-2D689492B2A4}"/>
              </a:ext>
            </a:extLst>
          </p:cNvPr>
          <p:cNvSpPr/>
          <p:nvPr/>
        </p:nvSpPr>
        <p:spPr>
          <a:xfrm>
            <a:off x="4655820" y="1115568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9B4D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FW_last</a:t>
            </a:r>
            <a:endParaRPr lang="en-US" sz="700" dirty="0"/>
          </a:p>
        </p:txBody>
      </p:sp>
      <p:sp>
        <p:nvSpPr>
          <p:cNvPr id="59" name="Shape 62">
            <a:extLst>
              <a:ext uri="{FF2B5EF4-FFF2-40B4-BE49-F238E27FC236}">
                <a16:creationId xmlns:a16="http://schemas.microsoft.com/office/drawing/2014/main" id="{50F7304F-F84C-5F0A-0EE0-4154FE34D3ED}"/>
              </a:ext>
            </a:extLst>
          </p:cNvPr>
          <p:cNvSpPr/>
          <p:nvPr/>
        </p:nvSpPr>
        <p:spPr>
          <a:xfrm flipH="1">
            <a:off x="5757672" y="1321856"/>
            <a:ext cx="995172" cy="491958"/>
          </a:xfrm>
          <a:prstGeom prst="line">
            <a:avLst/>
          </a:prstGeom>
          <a:noFill/>
          <a:ln w="22860">
            <a:solidFill>
              <a:srgbClr val="FFD000">
                <a:alpha val="95000"/>
              </a:srgbClr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72" name="Text 63">
            <a:extLst>
              <a:ext uri="{FF2B5EF4-FFF2-40B4-BE49-F238E27FC236}">
                <a16:creationId xmlns:a16="http://schemas.microsoft.com/office/drawing/2014/main" id="{EE973E67-CC5C-91DD-A535-FC1820A5D835}"/>
              </a:ext>
            </a:extLst>
          </p:cNvPr>
          <p:cNvSpPr/>
          <p:nvPr/>
        </p:nvSpPr>
        <p:spPr>
          <a:xfrm>
            <a:off x="5422392" y="1170432"/>
            <a:ext cx="868680" cy="219456"/>
          </a:xfrm>
          <a:prstGeom prst="rect">
            <a:avLst/>
          </a:prstGeom>
          <a:solidFill>
            <a:srgbClr val="041020"/>
          </a:solidFill>
          <a:ln w="8890">
            <a:solidFill>
              <a:srgbClr val="FFD000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D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Secure Key</a:t>
            </a:r>
            <a:endParaRPr lang="en-US" sz="750" dirty="0"/>
          </a:p>
        </p:txBody>
      </p:sp>
      <p:sp>
        <p:nvSpPr>
          <p:cNvPr id="44" name="Shape 41">
            <a:extLst>
              <a:ext uri="{FF2B5EF4-FFF2-40B4-BE49-F238E27FC236}">
                <a16:creationId xmlns:a16="http://schemas.microsoft.com/office/drawing/2014/main" id="{29FE1DBE-02CD-51E6-6828-FD6CF4FB8223}"/>
              </a:ext>
            </a:extLst>
          </p:cNvPr>
          <p:cNvSpPr/>
          <p:nvPr/>
        </p:nvSpPr>
        <p:spPr>
          <a:xfrm>
            <a:off x="3291840" y="1481328"/>
            <a:ext cx="2560320" cy="1115568"/>
          </a:xfrm>
          <a:prstGeom prst="ellipse">
            <a:avLst/>
          </a:prstGeom>
          <a:solidFill>
            <a:srgbClr val="012010"/>
          </a:solidFill>
          <a:ln w="19050">
            <a:solidFill>
              <a:srgbClr val="00E878"/>
            </a:solidFill>
            <a:prstDash val="soli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56" name="Text 42">
            <a:extLst>
              <a:ext uri="{FF2B5EF4-FFF2-40B4-BE49-F238E27FC236}">
                <a16:creationId xmlns:a16="http://schemas.microsoft.com/office/drawing/2014/main" id="{612E4A36-6E82-D9A6-AE0B-3867A980198C}"/>
              </a:ext>
            </a:extLst>
          </p:cNvPr>
          <p:cNvSpPr/>
          <p:nvPr/>
        </p:nvSpPr>
        <p:spPr>
          <a:xfrm>
            <a:off x="3291840" y="1481328"/>
            <a:ext cx="2560320" cy="1115568"/>
          </a:xfrm>
          <a:prstGeom prst="rect">
            <a:avLst/>
          </a:prstGeom>
          <a:noFill/>
          <a:ln/>
          <a:effectLst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6688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AUTHENTICATION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6688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DONE ✓</a:t>
            </a:r>
            <a:endParaRPr lang="en-US" sz="900" dirty="0"/>
          </a:p>
        </p:txBody>
      </p:sp>
      <p:sp>
        <p:nvSpPr>
          <p:cNvPr id="68" name="Shape 66">
            <a:extLst>
              <a:ext uri="{FF2B5EF4-FFF2-40B4-BE49-F238E27FC236}">
                <a16:creationId xmlns:a16="http://schemas.microsoft.com/office/drawing/2014/main" id="{F3D71A60-35B3-6A50-2028-6C0ACD385616}"/>
              </a:ext>
            </a:extLst>
          </p:cNvPr>
          <p:cNvSpPr/>
          <p:nvPr/>
        </p:nvSpPr>
        <p:spPr>
          <a:xfrm>
            <a:off x="7150608" y="91440"/>
            <a:ext cx="1883664" cy="365760"/>
          </a:xfrm>
          <a:prstGeom prst="rect">
            <a:avLst/>
          </a:prstGeom>
          <a:solidFill>
            <a:srgbClr val="071830"/>
          </a:solidFill>
          <a:ln w="12700">
            <a:solidFill>
              <a:srgbClr val="00E87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" name="Text 67">
            <a:extLst>
              <a:ext uri="{FF2B5EF4-FFF2-40B4-BE49-F238E27FC236}">
                <a16:creationId xmlns:a16="http://schemas.microsoft.com/office/drawing/2014/main" id="{AF619FDB-3C92-98C5-23C3-5A8938BBB248}"/>
              </a:ext>
            </a:extLst>
          </p:cNvPr>
          <p:cNvSpPr/>
          <p:nvPr/>
        </p:nvSpPr>
        <p:spPr>
          <a:xfrm>
            <a:off x="7150608" y="91440"/>
            <a:ext cx="188366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700" b="1" dirty="0">
                <a:solidFill>
                  <a:srgbClr val="00E8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 · DEVICE ENABLED</a:t>
            </a:r>
            <a:endParaRPr lang="en-US" sz="700" dirty="0"/>
          </a:p>
        </p:txBody>
      </p:sp>
      <p:sp>
        <p:nvSpPr>
          <p:cNvPr id="58" name="Shape 68">
            <a:extLst>
              <a:ext uri="{FF2B5EF4-FFF2-40B4-BE49-F238E27FC236}">
                <a16:creationId xmlns:a16="http://schemas.microsoft.com/office/drawing/2014/main" id="{AE02C9C9-8CA6-6B44-2B76-48EDBBA8EAEA}"/>
              </a:ext>
            </a:extLst>
          </p:cNvPr>
          <p:cNvSpPr/>
          <p:nvPr/>
        </p:nvSpPr>
        <p:spPr>
          <a:xfrm>
            <a:off x="109728" y="4668012"/>
            <a:ext cx="1858010" cy="347472"/>
          </a:xfrm>
          <a:prstGeom prst="rect">
            <a:avLst/>
          </a:prstGeom>
          <a:solidFill>
            <a:srgbClr val="071830"/>
          </a:solidFill>
          <a:ln w="10160">
            <a:solidFill>
              <a:srgbClr val="00E87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7" name="Text 69">
            <a:extLst>
              <a:ext uri="{FF2B5EF4-FFF2-40B4-BE49-F238E27FC236}">
                <a16:creationId xmlns:a16="http://schemas.microsoft.com/office/drawing/2014/main" id="{03D8EF39-E327-7D57-12D3-CD6D86B30C9F}"/>
              </a:ext>
            </a:extLst>
          </p:cNvPr>
          <p:cNvSpPr/>
          <p:nvPr/>
        </p:nvSpPr>
        <p:spPr>
          <a:xfrm>
            <a:off x="109728" y="4668012"/>
            <a:ext cx="1858010" cy="347472"/>
          </a:xfrm>
          <a:prstGeom prst="rect">
            <a:avLst/>
          </a:prstGeom>
          <a:noFill/>
          <a:ln/>
        </p:spPr>
        <p:txBody>
          <a:bodyPr wrap="square" lIns="0" tIns="76200" rIns="0" bIns="0" rtlCol="0" anchor="ctr"/>
          <a:lstStyle/>
          <a:p>
            <a:r>
              <a:rPr lang="en-US" sz="800" b="1" dirty="0">
                <a:solidFill>
                  <a:srgbClr val="00E8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 POLICY ALLOW → Device Authenticated &amp; Enabled ]</a:t>
            </a:r>
            <a:endParaRPr lang="en-US" sz="800" dirty="0"/>
          </a:p>
        </p:txBody>
      </p:sp>
      <p:sp>
        <p:nvSpPr>
          <p:cNvPr id="76" name="Shape 64">
            <a:extLst>
              <a:ext uri="{FF2B5EF4-FFF2-40B4-BE49-F238E27FC236}">
                <a16:creationId xmlns:a16="http://schemas.microsoft.com/office/drawing/2014/main" id="{7ACEBA95-84EB-6F9D-C2D6-2DB7952F999D}"/>
              </a:ext>
            </a:extLst>
          </p:cNvPr>
          <p:cNvSpPr/>
          <p:nvPr/>
        </p:nvSpPr>
        <p:spPr>
          <a:xfrm flipH="1">
            <a:off x="2190558" y="2308860"/>
            <a:ext cx="1237679" cy="972557"/>
          </a:xfrm>
          <a:prstGeom prst="line">
            <a:avLst/>
          </a:prstGeom>
          <a:noFill/>
          <a:ln w="25400">
            <a:solidFill>
              <a:srgbClr val="00E878">
                <a:alpha val="95000"/>
              </a:srgbClr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77" name="Text 65">
            <a:extLst>
              <a:ext uri="{FF2B5EF4-FFF2-40B4-BE49-F238E27FC236}">
                <a16:creationId xmlns:a16="http://schemas.microsoft.com/office/drawing/2014/main" id="{04A9CD20-D3D7-8925-81B7-C663E266A95B}"/>
              </a:ext>
            </a:extLst>
          </p:cNvPr>
          <p:cNvSpPr/>
          <p:nvPr/>
        </p:nvSpPr>
        <p:spPr>
          <a:xfrm>
            <a:off x="2020062" y="2402860"/>
            <a:ext cx="868680" cy="237744"/>
          </a:xfrm>
          <a:prstGeom prst="rect">
            <a:avLst/>
          </a:prstGeom>
          <a:solidFill>
            <a:srgbClr val="041020"/>
          </a:solidFill>
          <a:ln w="8890">
            <a:solidFill>
              <a:srgbClr val="00E878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0E8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Auth_pass</a:t>
            </a:r>
            <a:endParaRPr lang="en-US" sz="750" dirty="0"/>
          </a:p>
        </p:txBody>
      </p:sp>
      <p:sp>
        <p:nvSpPr>
          <p:cNvPr id="43" name="Shape 52"/>
          <p:cNvSpPr/>
          <p:nvPr/>
        </p:nvSpPr>
        <p:spPr>
          <a:xfrm>
            <a:off x="2194560" y="4206240"/>
            <a:ext cx="4754880" cy="548640"/>
          </a:xfrm>
          <a:prstGeom prst="rect">
            <a:avLst/>
          </a:prstGeom>
          <a:solidFill>
            <a:srgbClr val="012010">
              <a:alpha val="90000"/>
            </a:srgbClr>
          </a:solidFill>
          <a:ln w="27940">
            <a:solidFill>
              <a:srgbClr val="00E878"/>
            </a:solidFill>
            <a:prstDash val="soli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45" name="Text 53"/>
          <p:cNvSpPr/>
          <p:nvPr/>
        </p:nvSpPr>
        <p:spPr>
          <a:xfrm>
            <a:off x="2194560" y="4206240"/>
            <a:ext cx="4754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E8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✓  DEVICE AUTHENTICATED  —  ENABLED</a:t>
            </a:r>
            <a:endParaRPr lang="en-US" sz="1000" dirty="0"/>
          </a:p>
        </p:txBody>
      </p:sp>
      <p:sp>
        <p:nvSpPr>
          <p:cNvPr id="46" name="Shape 66"/>
          <p:cNvSpPr/>
          <p:nvPr/>
        </p:nvSpPr>
        <p:spPr>
          <a:xfrm>
            <a:off x="2194561" y="3296412"/>
            <a:ext cx="896112" cy="905256"/>
          </a:xfrm>
          <a:prstGeom prst="line">
            <a:avLst/>
          </a:prstGeom>
          <a:noFill/>
          <a:ln w="25400">
            <a:solidFill>
              <a:srgbClr val="00E878">
                <a:alpha val="95000"/>
              </a:srgbClr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69" name="Text 67"/>
          <p:cNvSpPr/>
          <p:nvPr/>
        </p:nvSpPr>
        <p:spPr>
          <a:xfrm>
            <a:off x="1563624" y="3762756"/>
            <a:ext cx="868680" cy="237744"/>
          </a:xfrm>
          <a:prstGeom prst="rect">
            <a:avLst/>
          </a:prstGeom>
          <a:solidFill>
            <a:srgbClr val="041020"/>
          </a:solidFill>
          <a:ln w="8890">
            <a:solidFill>
              <a:srgbClr val="00E878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0E8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Policy allow</a:t>
            </a:r>
            <a:endParaRPr lang="en-US" sz="750" dirty="0"/>
          </a:p>
        </p:txBody>
      </p:sp>
      <p:sp>
        <p:nvSpPr>
          <p:cNvPr id="73" name="Shape 43">
            <a:extLst>
              <a:ext uri="{FF2B5EF4-FFF2-40B4-BE49-F238E27FC236}">
                <a16:creationId xmlns:a16="http://schemas.microsoft.com/office/drawing/2014/main" id="{78CA62DF-EE21-C53F-C9A5-B4DCA380B5AC}"/>
              </a:ext>
            </a:extLst>
          </p:cNvPr>
          <p:cNvSpPr/>
          <p:nvPr/>
        </p:nvSpPr>
        <p:spPr>
          <a:xfrm>
            <a:off x="411480" y="2834640"/>
            <a:ext cx="1783080" cy="804672"/>
          </a:xfrm>
          <a:prstGeom prst="rect">
            <a:avLst/>
          </a:prstGeom>
          <a:solidFill>
            <a:srgbClr val="012018"/>
          </a:solidFill>
          <a:ln w="15240">
            <a:solidFill>
              <a:srgbClr val="00B860"/>
            </a:solidFill>
            <a:prstDash val="solid"/>
          </a:ln>
          <a:effectLst>
            <a:glow rad="76200">
              <a:srgbClr val="00CC88">
                <a:alpha val="45000"/>
              </a:srgbClr>
            </a:glow>
          </a:effectLst>
        </p:spPr>
        <p:txBody>
          <a:bodyPr/>
          <a:lstStyle/>
          <a:p>
            <a:endParaRPr lang="en-US"/>
          </a:p>
        </p:txBody>
      </p:sp>
      <p:sp>
        <p:nvSpPr>
          <p:cNvPr id="74" name="Text 44">
            <a:extLst>
              <a:ext uri="{FF2B5EF4-FFF2-40B4-BE49-F238E27FC236}">
                <a16:creationId xmlns:a16="http://schemas.microsoft.com/office/drawing/2014/main" id="{A55B54A8-A3E6-2218-DCE4-BD02F11723B3}"/>
              </a:ext>
            </a:extLst>
          </p:cNvPr>
          <p:cNvSpPr/>
          <p:nvPr/>
        </p:nvSpPr>
        <p:spPr>
          <a:xfrm>
            <a:off x="411480" y="2834640"/>
            <a:ext cx="1783080" cy="450616"/>
          </a:xfrm>
          <a:prstGeom prst="rect">
            <a:avLst/>
          </a:prstGeom>
          <a:noFill/>
          <a:ln/>
          <a:effectLst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POLICY</a:t>
            </a:r>
            <a:endParaRPr lang="en-US" sz="900" dirty="0"/>
          </a:p>
        </p:txBody>
      </p:sp>
      <p:sp>
        <p:nvSpPr>
          <p:cNvPr id="75" name="Text 45">
            <a:extLst>
              <a:ext uri="{FF2B5EF4-FFF2-40B4-BE49-F238E27FC236}">
                <a16:creationId xmlns:a16="http://schemas.microsoft.com/office/drawing/2014/main" id="{0ECFB7B5-235A-BC7B-089C-F478320C8CAD}"/>
              </a:ext>
            </a:extLst>
          </p:cNvPr>
          <p:cNvSpPr/>
          <p:nvPr/>
        </p:nvSpPr>
        <p:spPr>
          <a:xfrm>
            <a:off x="411480" y="3253069"/>
            <a:ext cx="1783080" cy="386243"/>
          </a:xfrm>
          <a:prstGeom prst="rect">
            <a:avLst/>
          </a:prstGeom>
          <a:noFill/>
          <a:ln/>
          <a:effectLst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00" i="1" dirty="0">
                <a:solidFill>
                  <a:srgbClr val="6688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Engine</a:t>
            </a:r>
            <a:endParaRPr lang="en-US" sz="700" dirty="0"/>
          </a:p>
        </p:txBody>
      </p:sp>
    </p:spTree>
    <p:extLst>
      <p:ext uri="{BB962C8B-B14F-4D97-AF65-F5344CB8AC3E}">
        <p14:creationId xmlns:p14="http://schemas.microsoft.com/office/powerpoint/2010/main" val="157171528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med" p14:dur="700">
        <p159:morph option="byObject"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4102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238D0A7-ACEE-4265-489B-33F101C415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EFFE3CFA-5712-5067-329E-22B942FE1C9B}"/>
              </a:ext>
            </a:extLst>
          </p:cNvPr>
          <p:cNvSpPr/>
          <p:nvPr/>
        </p:nvSpPr>
        <p:spPr>
          <a:xfrm>
            <a:off x="0" y="0"/>
            <a:ext cx="4572" cy="5143500"/>
          </a:xfrm>
          <a:prstGeom prst="rect">
            <a:avLst/>
          </a:prstGeom>
          <a:solidFill>
            <a:srgbClr val="0A2040"/>
          </a:solidFill>
          <a:ln w="3810">
            <a:solidFill>
              <a:srgbClr val="0A20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C4884D8D-3F48-A87C-68BF-F7EC9B1FAEB6}"/>
              </a:ext>
            </a:extLst>
          </p:cNvPr>
          <p:cNvSpPr/>
          <p:nvPr/>
        </p:nvSpPr>
        <p:spPr>
          <a:xfrm>
            <a:off x="914400" y="0"/>
            <a:ext cx="4572" cy="5143500"/>
          </a:xfrm>
          <a:prstGeom prst="rect">
            <a:avLst/>
          </a:prstGeom>
          <a:solidFill>
            <a:srgbClr val="0A2040"/>
          </a:solidFill>
          <a:ln w="3810">
            <a:solidFill>
              <a:srgbClr val="0A20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D90F335F-26BB-3DA3-FB0A-F1AF9F522EBC}"/>
              </a:ext>
            </a:extLst>
          </p:cNvPr>
          <p:cNvSpPr/>
          <p:nvPr/>
        </p:nvSpPr>
        <p:spPr>
          <a:xfrm>
            <a:off x="1828800" y="0"/>
            <a:ext cx="4572" cy="5143500"/>
          </a:xfrm>
          <a:prstGeom prst="rect">
            <a:avLst/>
          </a:prstGeom>
          <a:solidFill>
            <a:srgbClr val="0A2040"/>
          </a:solidFill>
          <a:ln w="3810">
            <a:solidFill>
              <a:srgbClr val="0A20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3E334D65-A6DF-B26C-A5EA-DA88A0C71E44}"/>
              </a:ext>
            </a:extLst>
          </p:cNvPr>
          <p:cNvSpPr/>
          <p:nvPr/>
        </p:nvSpPr>
        <p:spPr>
          <a:xfrm>
            <a:off x="2743200" y="0"/>
            <a:ext cx="4572" cy="5143500"/>
          </a:xfrm>
          <a:prstGeom prst="rect">
            <a:avLst/>
          </a:prstGeom>
          <a:solidFill>
            <a:srgbClr val="0A2040"/>
          </a:solidFill>
          <a:ln w="3810">
            <a:solidFill>
              <a:srgbClr val="0A20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5BCD778C-78F1-96A0-14B9-E409109B3E03}"/>
              </a:ext>
            </a:extLst>
          </p:cNvPr>
          <p:cNvSpPr/>
          <p:nvPr/>
        </p:nvSpPr>
        <p:spPr>
          <a:xfrm>
            <a:off x="3657600" y="0"/>
            <a:ext cx="4572" cy="5143500"/>
          </a:xfrm>
          <a:prstGeom prst="rect">
            <a:avLst/>
          </a:prstGeom>
          <a:solidFill>
            <a:srgbClr val="0A2040"/>
          </a:solidFill>
          <a:ln w="3810">
            <a:solidFill>
              <a:srgbClr val="0A20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499CA8CE-F7CA-F005-FBBB-F2FC4DA620FD}"/>
              </a:ext>
            </a:extLst>
          </p:cNvPr>
          <p:cNvSpPr/>
          <p:nvPr/>
        </p:nvSpPr>
        <p:spPr>
          <a:xfrm>
            <a:off x="4572000" y="0"/>
            <a:ext cx="4572" cy="5143500"/>
          </a:xfrm>
          <a:prstGeom prst="rect">
            <a:avLst/>
          </a:prstGeom>
          <a:solidFill>
            <a:srgbClr val="0A2040"/>
          </a:solidFill>
          <a:ln w="3810">
            <a:solidFill>
              <a:srgbClr val="0A20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71C7BFEA-8343-81B8-A076-04128010D484}"/>
              </a:ext>
            </a:extLst>
          </p:cNvPr>
          <p:cNvSpPr/>
          <p:nvPr/>
        </p:nvSpPr>
        <p:spPr>
          <a:xfrm>
            <a:off x="5486400" y="0"/>
            <a:ext cx="4572" cy="5143500"/>
          </a:xfrm>
          <a:prstGeom prst="rect">
            <a:avLst/>
          </a:prstGeom>
          <a:solidFill>
            <a:srgbClr val="0A2040"/>
          </a:solidFill>
          <a:ln w="3810">
            <a:solidFill>
              <a:srgbClr val="0A20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103ED267-4758-16D9-4BEA-6698D0A57C28}"/>
              </a:ext>
            </a:extLst>
          </p:cNvPr>
          <p:cNvSpPr/>
          <p:nvPr/>
        </p:nvSpPr>
        <p:spPr>
          <a:xfrm>
            <a:off x="6400800" y="0"/>
            <a:ext cx="4572" cy="5143500"/>
          </a:xfrm>
          <a:prstGeom prst="rect">
            <a:avLst/>
          </a:prstGeom>
          <a:solidFill>
            <a:srgbClr val="0A2040"/>
          </a:solidFill>
          <a:ln w="3810">
            <a:solidFill>
              <a:srgbClr val="0A20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4B6DE498-B396-E1A8-9913-B2FF7C54ED33}"/>
              </a:ext>
            </a:extLst>
          </p:cNvPr>
          <p:cNvSpPr/>
          <p:nvPr/>
        </p:nvSpPr>
        <p:spPr>
          <a:xfrm>
            <a:off x="7315200" y="0"/>
            <a:ext cx="4572" cy="5143500"/>
          </a:xfrm>
          <a:prstGeom prst="rect">
            <a:avLst/>
          </a:prstGeom>
          <a:solidFill>
            <a:srgbClr val="0A2040"/>
          </a:solidFill>
          <a:ln w="3810">
            <a:solidFill>
              <a:srgbClr val="0A20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7436E629-ED78-9AFE-FC26-BAFA07D7A04D}"/>
              </a:ext>
            </a:extLst>
          </p:cNvPr>
          <p:cNvSpPr/>
          <p:nvPr/>
        </p:nvSpPr>
        <p:spPr>
          <a:xfrm>
            <a:off x="8229600" y="0"/>
            <a:ext cx="4572" cy="5143500"/>
          </a:xfrm>
          <a:prstGeom prst="rect">
            <a:avLst/>
          </a:prstGeom>
          <a:solidFill>
            <a:srgbClr val="0A2040"/>
          </a:solidFill>
          <a:ln w="3810">
            <a:solidFill>
              <a:srgbClr val="0A20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98CBD815-4563-F92E-B930-97580069F3ED}"/>
              </a:ext>
            </a:extLst>
          </p:cNvPr>
          <p:cNvSpPr/>
          <p:nvPr/>
        </p:nvSpPr>
        <p:spPr>
          <a:xfrm>
            <a:off x="9144000" y="0"/>
            <a:ext cx="4572" cy="5143500"/>
          </a:xfrm>
          <a:prstGeom prst="rect">
            <a:avLst/>
          </a:prstGeom>
          <a:solidFill>
            <a:srgbClr val="0A2040"/>
          </a:solidFill>
          <a:ln w="3810">
            <a:solidFill>
              <a:srgbClr val="0A20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4ADAA11A-FD29-2F50-D486-AA8D52AA0C89}"/>
              </a:ext>
            </a:extLst>
          </p:cNvPr>
          <p:cNvSpPr/>
          <p:nvPr/>
        </p:nvSpPr>
        <p:spPr>
          <a:xfrm>
            <a:off x="0" y="0"/>
            <a:ext cx="9144000" cy="4572"/>
          </a:xfrm>
          <a:prstGeom prst="rect">
            <a:avLst/>
          </a:prstGeom>
          <a:solidFill>
            <a:srgbClr val="0A2040"/>
          </a:solidFill>
          <a:ln w="3810">
            <a:solidFill>
              <a:srgbClr val="0A20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532FE78C-2CA6-AFB1-A4C1-997E6F1BC3F7}"/>
              </a:ext>
            </a:extLst>
          </p:cNvPr>
          <p:cNvSpPr/>
          <p:nvPr/>
        </p:nvSpPr>
        <p:spPr>
          <a:xfrm>
            <a:off x="0" y="822960"/>
            <a:ext cx="9144000" cy="4572"/>
          </a:xfrm>
          <a:prstGeom prst="rect">
            <a:avLst/>
          </a:prstGeom>
          <a:solidFill>
            <a:srgbClr val="0A2040"/>
          </a:solidFill>
          <a:ln w="3810">
            <a:solidFill>
              <a:srgbClr val="0A20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>
            <a:extLst>
              <a:ext uri="{FF2B5EF4-FFF2-40B4-BE49-F238E27FC236}">
                <a16:creationId xmlns:a16="http://schemas.microsoft.com/office/drawing/2014/main" id="{1E09EF98-06C6-D822-A487-D48829735FC3}"/>
              </a:ext>
            </a:extLst>
          </p:cNvPr>
          <p:cNvSpPr/>
          <p:nvPr/>
        </p:nvSpPr>
        <p:spPr>
          <a:xfrm>
            <a:off x="0" y="1645920"/>
            <a:ext cx="9144000" cy="4572"/>
          </a:xfrm>
          <a:prstGeom prst="rect">
            <a:avLst/>
          </a:prstGeom>
          <a:solidFill>
            <a:srgbClr val="0A2040"/>
          </a:solidFill>
          <a:ln w="3810">
            <a:solidFill>
              <a:srgbClr val="0A20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>
            <a:extLst>
              <a:ext uri="{FF2B5EF4-FFF2-40B4-BE49-F238E27FC236}">
                <a16:creationId xmlns:a16="http://schemas.microsoft.com/office/drawing/2014/main" id="{9D9DEBCA-2675-5808-333B-AFACF4F0B783}"/>
              </a:ext>
            </a:extLst>
          </p:cNvPr>
          <p:cNvSpPr/>
          <p:nvPr/>
        </p:nvSpPr>
        <p:spPr>
          <a:xfrm>
            <a:off x="0" y="2468880"/>
            <a:ext cx="9144000" cy="4572"/>
          </a:xfrm>
          <a:prstGeom prst="rect">
            <a:avLst/>
          </a:prstGeom>
          <a:solidFill>
            <a:srgbClr val="0A2040"/>
          </a:solidFill>
          <a:ln w="3810">
            <a:solidFill>
              <a:srgbClr val="0A20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>
            <a:extLst>
              <a:ext uri="{FF2B5EF4-FFF2-40B4-BE49-F238E27FC236}">
                <a16:creationId xmlns:a16="http://schemas.microsoft.com/office/drawing/2014/main" id="{2D77F375-9299-D096-E858-5B9214177A49}"/>
              </a:ext>
            </a:extLst>
          </p:cNvPr>
          <p:cNvSpPr/>
          <p:nvPr/>
        </p:nvSpPr>
        <p:spPr>
          <a:xfrm>
            <a:off x="0" y="3291840"/>
            <a:ext cx="9144000" cy="4572"/>
          </a:xfrm>
          <a:prstGeom prst="rect">
            <a:avLst/>
          </a:prstGeom>
          <a:solidFill>
            <a:srgbClr val="0A2040"/>
          </a:solidFill>
          <a:ln w="3810">
            <a:solidFill>
              <a:srgbClr val="0A20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>
            <a:extLst>
              <a:ext uri="{FF2B5EF4-FFF2-40B4-BE49-F238E27FC236}">
                <a16:creationId xmlns:a16="http://schemas.microsoft.com/office/drawing/2014/main" id="{64EC180B-90E0-D575-B159-EE2B99236449}"/>
              </a:ext>
            </a:extLst>
          </p:cNvPr>
          <p:cNvSpPr/>
          <p:nvPr/>
        </p:nvSpPr>
        <p:spPr>
          <a:xfrm>
            <a:off x="0" y="4114800"/>
            <a:ext cx="9144000" cy="4572"/>
          </a:xfrm>
          <a:prstGeom prst="rect">
            <a:avLst/>
          </a:prstGeom>
          <a:solidFill>
            <a:srgbClr val="0A2040"/>
          </a:solidFill>
          <a:ln w="3810">
            <a:solidFill>
              <a:srgbClr val="0A20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>
            <a:extLst>
              <a:ext uri="{FF2B5EF4-FFF2-40B4-BE49-F238E27FC236}">
                <a16:creationId xmlns:a16="http://schemas.microsoft.com/office/drawing/2014/main" id="{CBD19CEF-78CF-E0CE-C3A6-2C493FFB287C}"/>
              </a:ext>
            </a:extLst>
          </p:cNvPr>
          <p:cNvSpPr/>
          <p:nvPr/>
        </p:nvSpPr>
        <p:spPr>
          <a:xfrm>
            <a:off x="0" y="4937760"/>
            <a:ext cx="9144000" cy="4572"/>
          </a:xfrm>
          <a:prstGeom prst="rect">
            <a:avLst/>
          </a:prstGeom>
          <a:solidFill>
            <a:srgbClr val="0A2040"/>
          </a:solidFill>
          <a:ln w="3810">
            <a:solidFill>
              <a:srgbClr val="0A20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>
            <a:extLst>
              <a:ext uri="{FF2B5EF4-FFF2-40B4-BE49-F238E27FC236}">
                <a16:creationId xmlns:a16="http://schemas.microsoft.com/office/drawing/2014/main" id="{59215E21-8DAA-5788-9612-F7F092693220}"/>
              </a:ext>
            </a:extLst>
          </p:cNvPr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1" name="Shape 19">
            <a:extLst>
              <a:ext uri="{FF2B5EF4-FFF2-40B4-BE49-F238E27FC236}">
                <a16:creationId xmlns:a16="http://schemas.microsoft.com/office/drawing/2014/main" id="{2B741336-9332-7873-C961-5194D0CA5184}"/>
              </a:ext>
            </a:extLst>
          </p:cNvPr>
          <p:cNvSpPr/>
          <p:nvPr/>
        </p:nvSpPr>
        <p:spPr>
          <a:xfrm>
            <a:off x="0" y="5093208"/>
            <a:ext cx="9144000" cy="50292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2" name="Shape 20">
            <a:extLst>
              <a:ext uri="{FF2B5EF4-FFF2-40B4-BE49-F238E27FC236}">
                <a16:creationId xmlns:a16="http://schemas.microsoft.com/office/drawing/2014/main" id="{CB8D8501-5DB1-8110-3019-B3533949402A}"/>
              </a:ext>
            </a:extLst>
          </p:cNvPr>
          <p:cNvSpPr/>
          <p:nvPr/>
        </p:nvSpPr>
        <p:spPr>
          <a:xfrm>
            <a:off x="73152" y="64008"/>
            <a:ext cx="274320" cy="36576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3" name="Shape 21">
            <a:extLst>
              <a:ext uri="{FF2B5EF4-FFF2-40B4-BE49-F238E27FC236}">
                <a16:creationId xmlns:a16="http://schemas.microsoft.com/office/drawing/2014/main" id="{1661C783-AFA7-7E96-7022-08BE8CABCCD0}"/>
              </a:ext>
            </a:extLst>
          </p:cNvPr>
          <p:cNvSpPr/>
          <p:nvPr/>
        </p:nvSpPr>
        <p:spPr>
          <a:xfrm>
            <a:off x="73152" y="64008"/>
            <a:ext cx="36576" cy="22860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4" name="Shape 22">
            <a:extLst>
              <a:ext uri="{FF2B5EF4-FFF2-40B4-BE49-F238E27FC236}">
                <a16:creationId xmlns:a16="http://schemas.microsoft.com/office/drawing/2014/main" id="{9869AE36-1FF0-5089-6B66-E06B13694A13}"/>
              </a:ext>
            </a:extLst>
          </p:cNvPr>
          <p:cNvSpPr/>
          <p:nvPr/>
        </p:nvSpPr>
        <p:spPr>
          <a:xfrm>
            <a:off x="8796528" y="64008"/>
            <a:ext cx="274320" cy="36576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5" name="Shape 23">
            <a:extLst>
              <a:ext uri="{FF2B5EF4-FFF2-40B4-BE49-F238E27FC236}">
                <a16:creationId xmlns:a16="http://schemas.microsoft.com/office/drawing/2014/main" id="{9B05A6FA-68F4-FFEA-172E-06955E475124}"/>
              </a:ext>
            </a:extLst>
          </p:cNvPr>
          <p:cNvSpPr/>
          <p:nvPr/>
        </p:nvSpPr>
        <p:spPr>
          <a:xfrm>
            <a:off x="9034272" y="64008"/>
            <a:ext cx="36576" cy="22860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6" name="Shape 24">
            <a:extLst>
              <a:ext uri="{FF2B5EF4-FFF2-40B4-BE49-F238E27FC236}">
                <a16:creationId xmlns:a16="http://schemas.microsoft.com/office/drawing/2014/main" id="{FC4C955C-BE4F-A5EA-1E99-672093AD8353}"/>
              </a:ext>
            </a:extLst>
          </p:cNvPr>
          <p:cNvSpPr/>
          <p:nvPr/>
        </p:nvSpPr>
        <p:spPr>
          <a:xfrm>
            <a:off x="73152" y="5042916"/>
            <a:ext cx="274320" cy="36576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7" name="Shape 25">
            <a:extLst>
              <a:ext uri="{FF2B5EF4-FFF2-40B4-BE49-F238E27FC236}">
                <a16:creationId xmlns:a16="http://schemas.microsoft.com/office/drawing/2014/main" id="{FF38B3CA-3F05-5AEE-3618-66C82FBFA1FA}"/>
              </a:ext>
            </a:extLst>
          </p:cNvPr>
          <p:cNvSpPr/>
          <p:nvPr/>
        </p:nvSpPr>
        <p:spPr>
          <a:xfrm>
            <a:off x="73152" y="4850892"/>
            <a:ext cx="36576" cy="22860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8" name="Shape 26">
            <a:extLst>
              <a:ext uri="{FF2B5EF4-FFF2-40B4-BE49-F238E27FC236}">
                <a16:creationId xmlns:a16="http://schemas.microsoft.com/office/drawing/2014/main" id="{BE913874-823E-140E-7E00-1000CA99B368}"/>
              </a:ext>
            </a:extLst>
          </p:cNvPr>
          <p:cNvSpPr/>
          <p:nvPr/>
        </p:nvSpPr>
        <p:spPr>
          <a:xfrm>
            <a:off x="8796528" y="5042916"/>
            <a:ext cx="274320" cy="36576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9" name="Shape 27">
            <a:extLst>
              <a:ext uri="{FF2B5EF4-FFF2-40B4-BE49-F238E27FC236}">
                <a16:creationId xmlns:a16="http://schemas.microsoft.com/office/drawing/2014/main" id="{D35F01F6-FED5-5D8F-0E15-8E8CE44C0B2C}"/>
              </a:ext>
            </a:extLst>
          </p:cNvPr>
          <p:cNvSpPr/>
          <p:nvPr/>
        </p:nvSpPr>
        <p:spPr>
          <a:xfrm>
            <a:off x="9034272" y="4850892"/>
            <a:ext cx="36576" cy="22860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30" name="Shape 28">
            <a:extLst>
              <a:ext uri="{FF2B5EF4-FFF2-40B4-BE49-F238E27FC236}">
                <a16:creationId xmlns:a16="http://schemas.microsoft.com/office/drawing/2014/main" id="{38CE6926-2A32-B68F-BB0B-D625939E8B34}"/>
              </a:ext>
            </a:extLst>
          </p:cNvPr>
          <p:cNvSpPr/>
          <p:nvPr/>
        </p:nvSpPr>
        <p:spPr>
          <a:xfrm>
            <a:off x="182880" y="109728"/>
            <a:ext cx="960120" cy="475488"/>
          </a:xfrm>
          <a:prstGeom prst="ellipse">
            <a:avLst/>
          </a:prstGeom>
          <a:solidFill>
            <a:srgbClr val="1C0E00"/>
          </a:solidFill>
          <a:ln w="17780">
            <a:solidFill>
              <a:srgbClr val="FF9500"/>
            </a:solidFill>
            <a:prstDash val="soli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31" name="Text 29">
            <a:extLst>
              <a:ext uri="{FF2B5EF4-FFF2-40B4-BE49-F238E27FC236}">
                <a16:creationId xmlns:a16="http://schemas.microsoft.com/office/drawing/2014/main" id="{FB1EFFE5-8E28-C5EC-A611-B111F274A7BA}"/>
              </a:ext>
            </a:extLst>
          </p:cNvPr>
          <p:cNvSpPr/>
          <p:nvPr/>
        </p:nvSpPr>
        <p:spPr>
          <a:xfrm>
            <a:off x="182880" y="109728"/>
            <a:ext cx="960120" cy="475488"/>
          </a:xfrm>
          <a:prstGeom prst="rect">
            <a:avLst/>
          </a:prstGeom>
          <a:noFill/>
          <a:ln/>
          <a:effectLst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95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POWER</a:t>
            </a:r>
            <a:endParaRPr lang="en-US" sz="800" dirty="0"/>
          </a:p>
          <a:p>
            <a:pPr marL="0" indent="0" algn="ctr">
              <a:buNone/>
            </a:pPr>
            <a:r>
              <a:rPr lang="en-US" sz="800" b="1" dirty="0">
                <a:solidFill>
                  <a:srgbClr val="FF95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</a:t>
            </a:r>
            <a:endParaRPr lang="en-US" sz="800" dirty="0"/>
          </a:p>
        </p:txBody>
      </p:sp>
      <p:sp>
        <p:nvSpPr>
          <p:cNvPr id="39" name="Text 37">
            <a:extLst>
              <a:ext uri="{FF2B5EF4-FFF2-40B4-BE49-F238E27FC236}">
                <a16:creationId xmlns:a16="http://schemas.microsoft.com/office/drawing/2014/main" id="{2DF7567C-05D1-709B-40A3-47D326746ECB}"/>
              </a:ext>
            </a:extLst>
          </p:cNvPr>
          <p:cNvSpPr/>
          <p:nvPr/>
        </p:nvSpPr>
        <p:spPr>
          <a:xfrm>
            <a:off x="256032" y="786384"/>
            <a:ext cx="2011680" cy="256032"/>
          </a:xfrm>
          <a:prstGeom prst="rect">
            <a:avLst/>
          </a:prstGeom>
          <a:noFill/>
          <a:ln/>
          <a:effectLst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b="1" kern="0" spc="300" dirty="0">
                <a:solidFill>
                  <a:srgbClr val="6688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TOP MODULE</a:t>
            </a:r>
            <a:endParaRPr lang="en-US" sz="750" dirty="0"/>
          </a:p>
        </p:txBody>
      </p:sp>
      <p:sp>
        <p:nvSpPr>
          <p:cNvPr id="40" name="Shape 38">
            <a:extLst>
              <a:ext uri="{FF2B5EF4-FFF2-40B4-BE49-F238E27FC236}">
                <a16:creationId xmlns:a16="http://schemas.microsoft.com/office/drawing/2014/main" id="{5BF4582F-D43A-9130-B17F-ACA5236B213F}"/>
              </a:ext>
            </a:extLst>
          </p:cNvPr>
          <p:cNvSpPr/>
          <p:nvPr/>
        </p:nvSpPr>
        <p:spPr>
          <a:xfrm>
            <a:off x="411480" y="896112"/>
            <a:ext cx="1783080" cy="804672"/>
          </a:xfrm>
          <a:prstGeom prst="rect">
            <a:avLst/>
          </a:prstGeom>
          <a:solidFill>
            <a:srgbClr val="0B2850"/>
          </a:solidFill>
          <a:ln w="15240">
            <a:solidFill>
              <a:srgbClr val="2B7AE0"/>
            </a:solidFill>
            <a:prstDash val="soli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41" name="Text 39">
            <a:extLst>
              <a:ext uri="{FF2B5EF4-FFF2-40B4-BE49-F238E27FC236}">
                <a16:creationId xmlns:a16="http://schemas.microsoft.com/office/drawing/2014/main" id="{2CF1298F-9B71-7A0D-070F-2247ECA68596}"/>
              </a:ext>
            </a:extLst>
          </p:cNvPr>
          <p:cNvSpPr/>
          <p:nvPr/>
        </p:nvSpPr>
        <p:spPr>
          <a:xfrm>
            <a:off x="411480" y="896112"/>
            <a:ext cx="1783080" cy="450616"/>
          </a:xfrm>
          <a:prstGeom prst="rect">
            <a:avLst/>
          </a:prstGeom>
          <a:noFill/>
          <a:ln/>
          <a:effectLst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BOOT FSM</a:t>
            </a:r>
            <a:endParaRPr lang="en-US" sz="900" dirty="0"/>
          </a:p>
        </p:txBody>
      </p:sp>
      <p:sp>
        <p:nvSpPr>
          <p:cNvPr id="42" name="Text 40">
            <a:extLst>
              <a:ext uri="{FF2B5EF4-FFF2-40B4-BE49-F238E27FC236}">
                <a16:creationId xmlns:a16="http://schemas.microsoft.com/office/drawing/2014/main" id="{619FE7C5-8DB2-77FF-D2D7-BAEBEF670D0E}"/>
              </a:ext>
            </a:extLst>
          </p:cNvPr>
          <p:cNvSpPr/>
          <p:nvPr/>
        </p:nvSpPr>
        <p:spPr>
          <a:xfrm>
            <a:off x="411480" y="1314541"/>
            <a:ext cx="1783080" cy="386243"/>
          </a:xfrm>
          <a:prstGeom prst="rect">
            <a:avLst/>
          </a:prstGeom>
          <a:noFill/>
          <a:ln/>
          <a:effectLst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00" i="1" dirty="0">
                <a:solidFill>
                  <a:srgbClr val="6688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Controller</a:t>
            </a:r>
            <a:endParaRPr lang="en-US" sz="700" dirty="0"/>
          </a:p>
        </p:txBody>
      </p:sp>
      <p:sp>
        <p:nvSpPr>
          <p:cNvPr id="38" name="Shape 54">
            <a:extLst>
              <a:ext uri="{FF2B5EF4-FFF2-40B4-BE49-F238E27FC236}">
                <a16:creationId xmlns:a16="http://schemas.microsoft.com/office/drawing/2014/main" id="{49DBD5B5-1977-3911-6F22-67B54CF31BE6}"/>
              </a:ext>
            </a:extLst>
          </p:cNvPr>
          <p:cNvSpPr/>
          <p:nvPr/>
        </p:nvSpPr>
        <p:spPr>
          <a:xfrm>
            <a:off x="662940" y="585216"/>
            <a:ext cx="0" cy="281087"/>
          </a:xfrm>
          <a:prstGeom prst="line">
            <a:avLst/>
          </a:prstGeom>
          <a:noFill/>
          <a:ln w="22860">
            <a:solidFill>
              <a:srgbClr val="FF9500">
                <a:alpha val="95000"/>
              </a:srgbClr>
            </a:solidFill>
            <a:prstDash val="solid"/>
            <a:tailEnd type="triangle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60" name="Text 55">
            <a:extLst>
              <a:ext uri="{FF2B5EF4-FFF2-40B4-BE49-F238E27FC236}">
                <a16:creationId xmlns:a16="http://schemas.microsoft.com/office/drawing/2014/main" id="{66D93B34-7DC6-70BF-4F16-B7AB4CF94A20}"/>
              </a:ext>
            </a:extLst>
          </p:cNvPr>
          <p:cNvSpPr/>
          <p:nvPr/>
        </p:nvSpPr>
        <p:spPr>
          <a:xfrm>
            <a:off x="961898" y="585216"/>
            <a:ext cx="1005840" cy="228600"/>
          </a:xfrm>
          <a:prstGeom prst="rect">
            <a:avLst/>
          </a:prstGeom>
          <a:solidFill>
            <a:srgbClr val="041020"/>
          </a:solidFill>
          <a:ln w="8890">
            <a:solidFill>
              <a:srgbClr val="FF9500"/>
            </a:solidFill>
          </a:ln>
          <a:effectLst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95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Boot request</a:t>
            </a:r>
            <a:endParaRPr lang="en-US" sz="750" dirty="0"/>
          </a:p>
        </p:txBody>
      </p:sp>
      <p:sp>
        <p:nvSpPr>
          <p:cNvPr id="47" name="Shape 66"/>
          <p:cNvSpPr/>
          <p:nvPr/>
        </p:nvSpPr>
        <p:spPr>
          <a:xfrm>
            <a:off x="7150608" y="91440"/>
            <a:ext cx="1883664" cy="365760"/>
          </a:xfrm>
          <a:prstGeom prst="rect">
            <a:avLst/>
          </a:prstGeom>
          <a:solidFill>
            <a:srgbClr val="071830"/>
          </a:solidFill>
          <a:ln w="12700">
            <a:solidFill>
              <a:srgbClr val="FF22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Text 67"/>
          <p:cNvSpPr/>
          <p:nvPr/>
        </p:nvSpPr>
        <p:spPr>
          <a:xfrm>
            <a:off x="7150608" y="91440"/>
            <a:ext cx="188366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22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13· AUTH_FAIL</a:t>
            </a:r>
            <a:endParaRPr lang="en-US" sz="700" dirty="0"/>
          </a:p>
        </p:txBody>
      </p:sp>
      <p:sp>
        <p:nvSpPr>
          <p:cNvPr id="70" name="Shape 68"/>
          <p:cNvSpPr/>
          <p:nvPr/>
        </p:nvSpPr>
        <p:spPr>
          <a:xfrm>
            <a:off x="109728" y="4668012"/>
            <a:ext cx="1700784" cy="347472"/>
          </a:xfrm>
          <a:prstGeom prst="rect">
            <a:avLst/>
          </a:prstGeom>
          <a:solidFill>
            <a:srgbClr val="071830"/>
          </a:solidFill>
          <a:ln w="10160">
            <a:solidFill>
              <a:srgbClr val="FF22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1" name="Text 69"/>
          <p:cNvSpPr/>
          <p:nvPr/>
        </p:nvSpPr>
        <p:spPr>
          <a:xfrm>
            <a:off x="109728" y="4668012"/>
            <a:ext cx="1700784" cy="347472"/>
          </a:xfrm>
          <a:prstGeom prst="rect">
            <a:avLst/>
          </a:prstGeom>
          <a:noFill/>
          <a:ln/>
        </p:spPr>
        <p:txBody>
          <a:bodyPr wrap="square" lIns="0" tIns="7620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22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 AUTH_FAIL ]</a:t>
            </a:r>
            <a:endParaRPr lang="en-US" sz="800" dirty="0"/>
          </a:p>
        </p:txBody>
      </p:sp>
      <p:sp>
        <p:nvSpPr>
          <p:cNvPr id="55" name="Shape 52"/>
          <p:cNvSpPr/>
          <p:nvPr/>
        </p:nvSpPr>
        <p:spPr>
          <a:xfrm>
            <a:off x="2194560" y="4206240"/>
            <a:ext cx="4754880" cy="548640"/>
          </a:xfrm>
          <a:prstGeom prst="rect">
            <a:avLst/>
          </a:prstGeom>
          <a:solidFill>
            <a:srgbClr val="001E0E">
              <a:alpha val="90000"/>
            </a:srgbClr>
          </a:solidFill>
          <a:ln w="17780">
            <a:solidFill>
              <a:srgbClr val="00CC66"/>
            </a:solidFill>
            <a:prstDash val="soli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8" name="Text 53"/>
          <p:cNvSpPr/>
          <p:nvPr/>
        </p:nvSpPr>
        <p:spPr>
          <a:xfrm>
            <a:off x="2194560" y="4206240"/>
            <a:ext cx="4754880" cy="548640"/>
          </a:xfrm>
          <a:prstGeom prst="rect">
            <a:avLst/>
          </a:prstGeom>
          <a:noFill/>
          <a:ln/>
          <a:effectLst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CC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DEVICE TO BE AUTHENTICATED</a:t>
            </a:r>
            <a:endParaRPr lang="en-US" sz="1000" dirty="0"/>
          </a:p>
        </p:txBody>
      </p:sp>
      <p:sp>
        <p:nvSpPr>
          <p:cNvPr id="79" name="Shape 41"/>
          <p:cNvSpPr/>
          <p:nvPr/>
        </p:nvSpPr>
        <p:spPr>
          <a:xfrm>
            <a:off x="3291840" y="1481328"/>
            <a:ext cx="2560320" cy="1115568"/>
          </a:xfrm>
          <a:prstGeom prst="ellipse">
            <a:avLst/>
          </a:prstGeom>
          <a:solidFill>
            <a:srgbClr val="280000"/>
          </a:solidFill>
          <a:ln w="19050">
            <a:solidFill>
              <a:srgbClr val="FF2244"/>
            </a:solidFill>
            <a:prstDash val="soli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80" name="Text 42"/>
          <p:cNvSpPr/>
          <p:nvPr/>
        </p:nvSpPr>
        <p:spPr>
          <a:xfrm>
            <a:off x="3291840" y="1481328"/>
            <a:ext cx="2560320" cy="1115568"/>
          </a:xfrm>
          <a:prstGeom prst="rect">
            <a:avLst/>
          </a:prstGeom>
          <a:noFill/>
          <a:ln/>
          <a:effectLst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6688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AUTHENTICATION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6688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DONE ✗</a:t>
            </a:r>
            <a:endParaRPr lang="en-US" sz="900" dirty="0"/>
          </a:p>
        </p:txBody>
      </p:sp>
      <p:sp>
        <p:nvSpPr>
          <p:cNvPr id="85" name="Shape 56">
            <a:extLst>
              <a:ext uri="{FF2B5EF4-FFF2-40B4-BE49-F238E27FC236}">
                <a16:creationId xmlns:a16="http://schemas.microsoft.com/office/drawing/2014/main" id="{2411AE07-EC9C-FDDC-F2F9-D899CE6544F9}"/>
              </a:ext>
            </a:extLst>
          </p:cNvPr>
          <p:cNvSpPr/>
          <p:nvPr/>
        </p:nvSpPr>
        <p:spPr>
          <a:xfrm>
            <a:off x="2194560" y="1298448"/>
            <a:ext cx="1120140" cy="505480"/>
          </a:xfrm>
          <a:prstGeom prst="line">
            <a:avLst/>
          </a:prstGeom>
          <a:noFill/>
          <a:ln w="22860">
            <a:solidFill>
              <a:srgbClr val="00D4FF">
                <a:alpha val="95000"/>
              </a:srgbClr>
            </a:solidFill>
            <a:prstDash val="solid"/>
            <a:tailEnd type="triangle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86" name="Text 57">
            <a:extLst>
              <a:ext uri="{FF2B5EF4-FFF2-40B4-BE49-F238E27FC236}">
                <a16:creationId xmlns:a16="http://schemas.microsoft.com/office/drawing/2014/main" id="{80A6A496-A4AF-EAE1-7628-8B108C19A513}"/>
              </a:ext>
            </a:extLst>
          </p:cNvPr>
          <p:cNvSpPr/>
          <p:nvPr/>
        </p:nvSpPr>
        <p:spPr>
          <a:xfrm>
            <a:off x="2590038" y="1189401"/>
            <a:ext cx="868680" cy="219456"/>
          </a:xfrm>
          <a:prstGeom prst="rect">
            <a:avLst/>
          </a:prstGeom>
          <a:solidFill>
            <a:srgbClr val="041020"/>
          </a:solidFill>
          <a:ln w="8890">
            <a:solidFill>
              <a:srgbClr val="00D4FF"/>
            </a:solidFill>
          </a:ln>
          <a:effectLst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auth_start</a:t>
            </a:r>
            <a:endParaRPr lang="en-US" sz="750" dirty="0"/>
          </a:p>
        </p:txBody>
      </p:sp>
      <p:sp>
        <p:nvSpPr>
          <p:cNvPr id="87" name="Shape 30">
            <a:extLst>
              <a:ext uri="{FF2B5EF4-FFF2-40B4-BE49-F238E27FC236}">
                <a16:creationId xmlns:a16="http://schemas.microsoft.com/office/drawing/2014/main" id="{F0A55B76-FF9B-1A8E-BBD0-44187DC7C686}"/>
              </a:ext>
            </a:extLst>
          </p:cNvPr>
          <p:cNvSpPr/>
          <p:nvPr/>
        </p:nvSpPr>
        <p:spPr>
          <a:xfrm>
            <a:off x="3627120" y="109728"/>
            <a:ext cx="1920240" cy="475488"/>
          </a:xfrm>
          <a:prstGeom prst="rect">
            <a:avLst/>
          </a:prstGeom>
          <a:solidFill>
            <a:srgbClr val="180038"/>
          </a:solidFill>
          <a:ln w="15240">
            <a:solidFill>
              <a:srgbClr val="8844EE"/>
            </a:solidFill>
            <a:prstDash val="soli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88" name="Text 31">
            <a:extLst>
              <a:ext uri="{FF2B5EF4-FFF2-40B4-BE49-F238E27FC236}">
                <a16:creationId xmlns:a16="http://schemas.microsoft.com/office/drawing/2014/main" id="{00193496-761E-839A-37F6-30030F861197}"/>
              </a:ext>
            </a:extLst>
          </p:cNvPr>
          <p:cNvSpPr/>
          <p:nvPr/>
        </p:nvSpPr>
        <p:spPr>
          <a:xfrm>
            <a:off x="3627120" y="109728"/>
            <a:ext cx="1920240" cy="266273"/>
          </a:xfrm>
          <a:prstGeom prst="rect">
            <a:avLst/>
          </a:prstGeom>
          <a:noFill/>
          <a:ln/>
          <a:effectLst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MEMORY</a:t>
            </a:r>
            <a:endParaRPr lang="en-US" sz="900" dirty="0"/>
          </a:p>
        </p:txBody>
      </p:sp>
      <p:sp>
        <p:nvSpPr>
          <p:cNvPr id="89" name="Text 32">
            <a:extLst>
              <a:ext uri="{FF2B5EF4-FFF2-40B4-BE49-F238E27FC236}">
                <a16:creationId xmlns:a16="http://schemas.microsoft.com/office/drawing/2014/main" id="{4ECDC31F-97AB-A566-BAEC-DAA5D69EE38E}"/>
              </a:ext>
            </a:extLst>
          </p:cNvPr>
          <p:cNvSpPr/>
          <p:nvPr/>
        </p:nvSpPr>
        <p:spPr>
          <a:xfrm>
            <a:off x="3627120" y="356982"/>
            <a:ext cx="1920240" cy="228234"/>
          </a:xfrm>
          <a:prstGeom prst="rect">
            <a:avLst/>
          </a:prstGeom>
          <a:noFill/>
          <a:ln/>
          <a:effectLst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00" i="1" dirty="0">
                <a:solidFill>
                  <a:srgbClr val="6688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DDR / Flash</a:t>
            </a:r>
            <a:endParaRPr lang="en-US" sz="700" dirty="0"/>
          </a:p>
        </p:txBody>
      </p:sp>
      <p:sp>
        <p:nvSpPr>
          <p:cNvPr id="90" name="Shape 33">
            <a:extLst>
              <a:ext uri="{FF2B5EF4-FFF2-40B4-BE49-F238E27FC236}">
                <a16:creationId xmlns:a16="http://schemas.microsoft.com/office/drawing/2014/main" id="{12775A29-5E2E-7BFF-1F68-1EFF51CC734F}"/>
              </a:ext>
            </a:extLst>
          </p:cNvPr>
          <p:cNvSpPr/>
          <p:nvPr/>
        </p:nvSpPr>
        <p:spPr>
          <a:xfrm>
            <a:off x="6752844" y="981710"/>
            <a:ext cx="1737360" cy="475488"/>
          </a:xfrm>
          <a:prstGeom prst="rect">
            <a:avLst/>
          </a:prstGeom>
          <a:solidFill>
            <a:srgbClr val="2A1E00"/>
          </a:solidFill>
          <a:ln w="15240">
            <a:solidFill>
              <a:srgbClr val="CC9900"/>
            </a:solidFill>
            <a:prstDash val="soli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91" name="Text 34">
            <a:extLst>
              <a:ext uri="{FF2B5EF4-FFF2-40B4-BE49-F238E27FC236}">
                <a16:creationId xmlns:a16="http://schemas.microsoft.com/office/drawing/2014/main" id="{8BD590DB-CB94-407B-98D1-AECCE4BF0FFD}"/>
              </a:ext>
            </a:extLst>
          </p:cNvPr>
          <p:cNvSpPr/>
          <p:nvPr/>
        </p:nvSpPr>
        <p:spPr>
          <a:xfrm>
            <a:off x="6752844" y="968715"/>
            <a:ext cx="1737360" cy="266273"/>
          </a:xfrm>
          <a:prstGeom prst="rect">
            <a:avLst/>
          </a:prstGeom>
          <a:noFill/>
          <a:ln/>
          <a:effectLst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SECURE KEY</a:t>
            </a:r>
            <a:endParaRPr lang="en-US" sz="900" dirty="0"/>
          </a:p>
        </p:txBody>
      </p:sp>
      <p:sp>
        <p:nvSpPr>
          <p:cNvPr id="92" name="Text 35">
            <a:extLst>
              <a:ext uri="{FF2B5EF4-FFF2-40B4-BE49-F238E27FC236}">
                <a16:creationId xmlns:a16="http://schemas.microsoft.com/office/drawing/2014/main" id="{A58320A2-B559-1457-9A79-82D2322B9341}"/>
              </a:ext>
            </a:extLst>
          </p:cNvPr>
          <p:cNvSpPr/>
          <p:nvPr/>
        </p:nvSpPr>
        <p:spPr>
          <a:xfrm>
            <a:off x="6752844" y="1228964"/>
            <a:ext cx="1737360" cy="228234"/>
          </a:xfrm>
          <a:prstGeom prst="rect">
            <a:avLst/>
          </a:prstGeom>
          <a:noFill/>
          <a:ln/>
          <a:effectLst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00" i="1" dirty="0">
                <a:solidFill>
                  <a:srgbClr val="6688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Storage</a:t>
            </a:r>
            <a:endParaRPr lang="en-US" sz="700" dirty="0"/>
          </a:p>
        </p:txBody>
      </p:sp>
      <p:sp>
        <p:nvSpPr>
          <p:cNvPr id="93" name="Shape 58">
            <a:extLst>
              <a:ext uri="{FF2B5EF4-FFF2-40B4-BE49-F238E27FC236}">
                <a16:creationId xmlns:a16="http://schemas.microsoft.com/office/drawing/2014/main" id="{847BCF80-BBA3-7DC2-2C17-824638DC21C4}"/>
              </a:ext>
            </a:extLst>
          </p:cNvPr>
          <p:cNvSpPr/>
          <p:nvPr/>
        </p:nvSpPr>
        <p:spPr>
          <a:xfrm flipH="1">
            <a:off x="4589702" y="591800"/>
            <a:ext cx="4572" cy="889528"/>
          </a:xfrm>
          <a:prstGeom prst="line">
            <a:avLst/>
          </a:prstGeom>
          <a:noFill/>
          <a:ln w="22860">
            <a:solidFill>
              <a:srgbClr val="9B4DFF">
                <a:alpha val="95000"/>
              </a:srgbClr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94" name="Text 59">
            <a:extLst>
              <a:ext uri="{FF2B5EF4-FFF2-40B4-BE49-F238E27FC236}">
                <a16:creationId xmlns:a16="http://schemas.microsoft.com/office/drawing/2014/main" id="{FA05989B-F7DB-9ECD-6C39-BDCBA22F9EB4}"/>
              </a:ext>
            </a:extLst>
          </p:cNvPr>
          <p:cNvSpPr/>
          <p:nvPr/>
        </p:nvSpPr>
        <p:spPr>
          <a:xfrm>
            <a:off x="4655820" y="713232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9B4D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FW_Data</a:t>
            </a:r>
            <a:endParaRPr lang="en-US" sz="700" dirty="0"/>
          </a:p>
        </p:txBody>
      </p:sp>
      <p:sp>
        <p:nvSpPr>
          <p:cNvPr id="95" name="Text 60">
            <a:extLst>
              <a:ext uri="{FF2B5EF4-FFF2-40B4-BE49-F238E27FC236}">
                <a16:creationId xmlns:a16="http://schemas.microsoft.com/office/drawing/2014/main" id="{81503379-1694-4916-5839-948D909B9927}"/>
              </a:ext>
            </a:extLst>
          </p:cNvPr>
          <p:cNvSpPr/>
          <p:nvPr/>
        </p:nvSpPr>
        <p:spPr>
          <a:xfrm>
            <a:off x="4655820" y="914400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9B4D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FW_Valid</a:t>
            </a:r>
            <a:endParaRPr lang="en-US" sz="700" dirty="0"/>
          </a:p>
        </p:txBody>
      </p:sp>
      <p:sp>
        <p:nvSpPr>
          <p:cNvPr id="96" name="Text 61">
            <a:extLst>
              <a:ext uri="{FF2B5EF4-FFF2-40B4-BE49-F238E27FC236}">
                <a16:creationId xmlns:a16="http://schemas.microsoft.com/office/drawing/2014/main" id="{3211C7BE-882E-3B6D-5293-DD8BC558D7A7}"/>
              </a:ext>
            </a:extLst>
          </p:cNvPr>
          <p:cNvSpPr/>
          <p:nvPr/>
        </p:nvSpPr>
        <p:spPr>
          <a:xfrm>
            <a:off x="4655820" y="1115568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9B4D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FW_last</a:t>
            </a:r>
            <a:endParaRPr lang="en-US" sz="700" dirty="0"/>
          </a:p>
        </p:txBody>
      </p:sp>
      <p:sp>
        <p:nvSpPr>
          <p:cNvPr id="97" name="Shape 62">
            <a:extLst>
              <a:ext uri="{FF2B5EF4-FFF2-40B4-BE49-F238E27FC236}">
                <a16:creationId xmlns:a16="http://schemas.microsoft.com/office/drawing/2014/main" id="{D7A570CC-0991-C9E2-7C98-C7245081E5CC}"/>
              </a:ext>
            </a:extLst>
          </p:cNvPr>
          <p:cNvSpPr/>
          <p:nvPr/>
        </p:nvSpPr>
        <p:spPr>
          <a:xfrm flipH="1">
            <a:off x="5757672" y="1321856"/>
            <a:ext cx="995172" cy="491958"/>
          </a:xfrm>
          <a:prstGeom prst="line">
            <a:avLst/>
          </a:prstGeom>
          <a:noFill/>
          <a:ln w="22860">
            <a:solidFill>
              <a:srgbClr val="FFD000">
                <a:alpha val="95000"/>
              </a:srgbClr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98" name="Text 63">
            <a:extLst>
              <a:ext uri="{FF2B5EF4-FFF2-40B4-BE49-F238E27FC236}">
                <a16:creationId xmlns:a16="http://schemas.microsoft.com/office/drawing/2014/main" id="{9842CDB7-F177-5D3D-0C60-E9E3765376ED}"/>
              </a:ext>
            </a:extLst>
          </p:cNvPr>
          <p:cNvSpPr/>
          <p:nvPr/>
        </p:nvSpPr>
        <p:spPr>
          <a:xfrm>
            <a:off x="5422392" y="1170432"/>
            <a:ext cx="868680" cy="219456"/>
          </a:xfrm>
          <a:prstGeom prst="rect">
            <a:avLst/>
          </a:prstGeom>
          <a:solidFill>
            <a:srgbClr val="041020"/>
          </a:solidFill>
          <a:ln w="8890">
            <a:solidFill>
              <a:srgbClr val="FFD000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D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Secure Key</a:t>
            </a:r>
            <a:endParaRPr lang="en-US" sz="750" dirty="0"/>
          </a:p>
        </p:txBody>
      </p:sp>
      <p:sp>
        <p:nvSpPr>
          <p:cNvPr id="99" name="Shape 43">
            <a:extLst>
              <a:ext uri="{FF2B5EF4-FFF2-40B4-BE49-F238E27FC236}">
                <a16:creationId xmlns:a16="http://schemas.microsoft.com/office/drawing/2014/main" id="{D998E204-E318-802F-A14D-DF27BBAE8E05}"/>
              </a:ext>
            </a:extLst>
          </p:cNvPr>
          <p:cNvSpPr/>
          <p:nvPr/>
        </p:nvSpPr>
        <p:spPr>
          <a:xfrm>
            <a:off x="381000" y="2933700"/>
            <a:ext cx="1783080" cy="804672"/>
          </a:xfrm>
          <a:prstGeom prst="rect">
            <a:avLst/>
          </a:prstGeom>
          <a:solidFill>
            <a:srgbClr val="012018"/>
          </a:solidFill>
          <a:ln w="15240">
            <a:solidFill>
              <a:srgbClr val="00B860"/>
            </a:solidFill>
            <a:prstDash val="soli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00" name="Text 44">
            <a:extLst>
              <a:ext uri="{FF2B5EF4-FFF2-40B4-BE49-F238E27FC236}">
                <a16:creationId xmlns:a16="http://schemas.microsoft.com/office/drawing/2014/main" id="{4770EDB5-6E55-49CE-89D2-CFA6CF2BC14A}"/>
              </a:ext>
            </a:extLst>
          </p:cNvPr>
          <p:cNvSpPr/>
          <p:nvPr/>
        </p:nvSpPr>
        <p:spPr>
          <a:xfrm>
            <a:off x="381000" y="2933700"/>
            <a:ext cx="1783080" cy="450616"/>
          </a:xfrm>
          <a:prstGeom prst="rect">
            <a:avLst/>
          </a:prstGeom>
          <a:noFill/>
          <a:ln/>
          <a:effectLst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POLICY</a:t>
            </a:r>
            <a:endParaRPr lang="en-US" sz="900" dirty="0"/>
          </a:p>
        </p:txBody>
      </p:sp>
      <p:sp>
        <p:nvSpPr>
          <p:cNvPr id="101" name="Text 45">
            <a:extLst>
              <a:ext uri="{FF2B5EF4-FFF2-40B4-BE49-F238E27FC236}">
                <a16:creationId xmlns:a16="http://schemas.microsoft.com/office/drawing/2014/main" id="{31143F0C-8A17-D22B-FF60-595551234FF5}"/>
              </a:ext>
            </a:extLst>
          </p:cNvPr>
          <p:cNvSpPr/>
          <p:nvPr/>
        </p:nvSpPr>
        <p:spPr>
          <a:xfrm>
            <a:off x="381000" y="3352129"/>
            <a:ext cx="1783080" cy="386243"/>
          </a:xfrm>
          <a:prstGeom prst="rect">
            <a:avLst/>
          </a:prstGeom>
          <a:noFill/>
          <a:ln/>
          <a:effectLst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00" i="1" dirty="0">
                <a:solidFill>
                  <a:srgbClr val="6688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Engine</a:t>
            </a:r>
            <a:endParaRPr lang="en-US" sz="700" dirty="0"/>
          </a:p>
        </p:txBody>
      </p:sp>
      <p:sp>
        <p:nvSpPr>
          <p:cNvPr id="108" name="Shape 46">
            <a:extLst>
              <a:ext uri="{FF2B5EF4-FFF2-40B4-BE49-F238E27FC236}">
                <a16:creationId xmlns:a16="http://schemas.microsoft.com/office/drawing/2014/main" id="{56543C3E-8B2D-2CFF-D7A7-09B6542796EF}"/>
              </a:ext>
            </a:extLst>
          </p:cNvPr>
          <p:cNvSpPr/>
          <p:nvPr/>
        </p:nvSpPr>
        <p:spPr>
          <a:xfrm>
            <a:off x="3675886" y="2919048"/>
            <a:ext cx="1975104" cy="804672"/>
          </a:xfrm>
          <a:prstGeom prst="rect">
            <a:avLst/>
          </a:prstGeom>
          <a:solidFill>
            <a:srgbClr val="251000"/>
          </a:solidFill>
          <a:ln w="15240">
            <a:solidFill>
              <a:srgbClr val="CC6600"/>
            </a:solidFill>
            <a:prstDash val="soli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09" name="Text 47">
            <a:extLst>
              <a:ext uri="{FF2B5EF4-FFF2-40B4-BE49-F238E27FC236}">
                <a16:creationId xmlns:a16="http://schemas.microsoft.com/office/drawing/2014/main" id="{562AD8FD-872D-17D4-62DE-0AD5972177AD}"/>
              </a:ext>
            </a:extLst>
          </p:cNvPr>
          <p:cNvSpPr/>
          <p:nvPr/>
        </p:nvSpPr>
        <p:spPr>
          <a:xfrm>
            <a:off x="3675886" y="2919048"/>
            <a:ext cx="1975104" cy="450616"/>
          </a:xfrm>
          <a:prstGeom prst="rect">
            <a:avLst/>
          </a:prstGeom>
          <a:noFill/>
          <a:ln/>
          <a:effectLst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RETRY</a:t>
            </a:r>
            <a:endParaRPr lang="en-US" sz="900" dirty="0"/>
          </a:p>
        </p:txBody>
      </p:sp>
      <p:sp>
        <p:nvSpPr>
          <p:cNvPr id="110" name="Text 48">
            <a:extLst>
              <a:ext uri="{FF2B5EF4-FFF2-40B4-BE49-F238E27FC236}">
                <a16:creationId xmlns:a16="http://schemas.microsoft.com/office/drawing/2014/main" id="{70391D75-2C80-A45A-0AA5-8E5B599B4CD5}"/>
              </a:ext>
            </a:extLst>
          </p:cNvPr>
          <p:cNvSpPr/>
          <p:nvPr/>
        </p:nvSpPr>
        <p:spPr>
          <a:xfrm>
            <a:off x="3675886" y="3337477"/>
            <a:ext cx="1975104" cy="386243"/>
          </a:xfrm>
          <a:prstGeom prst="rect">
            <a:avLst/>
          </a:prstGeom>
          <a:noFill/>
          <a:ln/>
          <a:effectLst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00" i="1" dirty="0">
                <a:solidFill>
                  <a:srgbClr val="6688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Counter</a:t>
            </a:r>
            <a:endParaRPr lang="en-US" sz="700" dirty="0"/>
          </a:p>
        </p:txBody>
      </p:sp>
      <p:sp>
        <p:nvSpPr>
          <p:cNvPr id="113" name="Shape 49">
            <a:extLst>
              <a:ext uri="{FF2B5EF4-FFF2-40B4-BE49-F238E27FC236}">
                <a16:creationId xmlns:a16="http://schemas.microsoft.com/office/drawing/2014/main" id="{20EA50A2-556B-BA34-56DD-AF47809A21D6}"/>
              </a:ext>
            </a:extLst>
          </p:cNvPr>
          <p:cNvSpPr/>
          <p:nvPr/>
        </p:nvSpPr>
        <p:spPr>
          <a:xfrm>
            <a:off x="6748272" y="2834640"/>
            <a:ext cx="1828800" cy="804672"/>
          </a:xfrm>
          <a:prstGeom prst="rect">
            <a:avLst/>
          </a:prstGeom>
          <a:solidFill>
            <a:srgbClr val="250000"/>
          </a:solidFill>
          <a:ln w="15240">
            <a:solidFill>
              <a:srgbClr val="CC1122"/>
            </a:solidFill>
            <a:prstDash val="soli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14" name="Text 50">
            <a:extLst>
              <a:ext uri="{FF2B5EF4-FFF2-40B4-BE49-F238E27FC236}">
                <a16:creationId xmlns:a16="http://schemas.microsoft.com/office/drawing/2014/main" id="{85F8CC72-86A1-7013-3AF8-C482AE35402C}"/>
              </a:ext>
            </a:extLst>
          </p:cNvPr>
          <p:cNvSpPr/>
          <p:nvPr/>
        </p:nvSpPr>
        <p:spPr>
          <a:xfrm>
            <a:off x="6748272" y="2834640"/>
            <a:ext cx="1828800" cy="450616"/>
          </a:xfrm>
          <a:prstGeom prst="rect">
            <a:avLst/>
          </a:prstGeom>
          <a:noFill/>
          <a:ln/>
          <a:effectLst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LOCKDOWN</a:t>
            </a:r>
            <a:endParaRPr lang="en-US" sz="900" dirty="0"/>
          </a:p>
        </p:txBody>
      </p:sp>
      <p:sp>
        <p:nvSpPr>
          <p:cNvPr id="115" name="Text 51">
            <a:extLst>
              <a:ext uri="{FF2B5EF4-FFF2-40B4-BE49-F238E27FC236}">
                <a16:creationId xmlns:a16="http://schemas.microsoft.com/office/drawing/2014/main" id="{32174D6C-37D3-F207-3FAA-658B42A3AAC6}"/>
              </a:ext>
            </a:extLst>
          </p:cNvPr>
          <p:cNvSpPr/>
          <p:nvPr/>
        </p:nvSpPr>
        <p:spPr>
          <a:xfrm>
            <a:off x="6748272" y="3253069"/>
            <a:ext cx="1828800" cy="386243"/>
          </a:xfrm>
          <a:prstGeom prst="rect">
            <a:avLst/>
          </a:prstGeom>
          <a:noFill/>
          <a:ln/>
          <a:effectLst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00" i="1" dirty="0">
                <a:solidFill>
                  <a:srgbClr val="6688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Control</a:t>
            </a:r>
            <a:endParaRPr lang="en-US" sz="700" dirty="0"/>
          </a:p>
        </p:txBody>
      </p:sp>
    </p:spTree>
    <p:extLst>
      <p:ext uri="{BB962C8B-B14F-4D97-AF65-F5344CB8AC3E}">
        <p14:creationId xmlns:p14="http://schemas.microsoft.com/office/powerpoint/2010/main" val="271900719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med" p14:dur="700">
        <p159:morph option="byObject"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4102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3B6558A-1403-7D83-2834-ACD9D69BF8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DB6643A2-4534-A6E2-76D7-C1F3C738D5E2}"/>
              </a:ext>
            </a:extLst>
          </p:cNvPr>
          <p:cNvSpPr/>
          <p:nvPr/>
        </p:nvSpPr>
        <p:spPr>
          <a:xfrm>
            <a:off x="0" y="0"/>
            <a:ext cx="4572" cy="5143500"/>
          </a:xfrm>
          <a:prstGeom prst="rect">
            <a:avLst/>
          </a:prstGeom>
          <a:solidFill>
            <a:srgbClr val="0A2040"/>
          </a:solidFill>
          <a:ln w="3810">
            <a:solidFill>
              <a:srgbClr val="0A20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86A0F308-C82D-CAB1-1CD3-BBB253D3C1D2}"/>
              </a:ext>
            </a:extLst>
          </p:cNvPr>
          <p:cNvSpPr/>
          <p:nvPr/>
        </p:nvSpPr>
        <p:spPr>
          <a:xfrm>
            <a:off x="914400" y="0"/>
            <a:ext cx="4572" cy="5143500"/>
          </a:xfrm>
          <a:prstGeom prst="rect">
            <a:avLst/>
          </a:prstGeom>
          <a:solidFill>
            <a:srgbClr val="0A2040"/>
          </a:solidFill>
          <a:ln w="3810">
            <a:solidFill>
              <a:srgbClr val="0A20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3AFD0078-668A-A85D-9A7B-6CF2D37AF5B7}"/>
              </a:ext>
            </a:extLst>
          </p:cNvPr>
          <p:cNvSpPr/>
          <p:nvPr/>
        </p:nvSpPr>
        <p:spPr>
          <a:xfrm>
            <a:off x="1828800" y="0"/>
            <a:ext cx="4572" cy="5143500"/>
          </a:xfrm>
          <a:prstGeom prst="rect">
            <a:avLst/>
          </a:prstGeom>
          <a:solidFill>
            <a:srgbClr val="0A2040"/>
          </a:solidFill>
          <a:ln w="3810">
            <a:solidFill>
              <a:srgbClr val="0A20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F9CD108B-471D-E28B-3198-C97B25FD30EE}"/>
              </a:ext>
            </a:extLst>
          </p:cNvPr>
          <p:cNvSpPr/>
          <p:nvPr/>
        </p:nvSpPr>
        <p:spPr>
          <a:xfrm>
            <a:off x="2743200" y="0"/>
            <a:ext cx="4572" cy="5143500"/>
          </a:xfrm>
          <a:prstGeom prst="rect">
            <a:avLst/>
          </a:prstGeom>
          <a:solidFill>
            <a:srgbClr val="0A2040"/>
          </a:solidFill>
          <a:ln w="3810">
            <a:solidFill>
              <a:srgbClr val="0A20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CE99389A-499E-9628-4E0A-B52331273311}"/>
              </a:ext>
            </a:extLst>
          </p:cNvPr>
          <p:cNvSpPr/>
          <p:nvPr/>
        </p:nvSpPr>
        <p:spPr>
          <a:xfrm>
            <a:off x="3657600" y="0"/>
            <a:ext cx="4572" cy="5143500"/>
          </a:xfrm>
          <a:prstGeom prst="rect">
            <a:avLst/>
          </a:prstGeom>
          <a:solidFill>
            <a:srgbClr val="0A2040"/>
          </a:solidFill>
          <a:ln w="3810">
            <a:solidFill>
              <a:srgbClr val="0A20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D3FFCCBB-3E85-2956-8E32-2D63DFA4C86F}"/>
              </a:ext>
            </a:extLst>
          </p:cNvPr>
          <p:cNvSpPr/>
          <p:nvPr/>
        </p:nvSpPr>
        <p:spPr>
          <a:xfrm>
            <a:off x="4572000" y="0"/>
            <a:ext cx="4572" cy="5143500"/>
          </a:xfrm>
          <a:prstGeom prst="rect">
            <a:avLst/>
          </a:prstGeom>
          <a:solidFill>
            <a:srgbClr val="0A2040"/>
          </a:solidFill>
          <a:ln w="3810">
            <a:solidFill>
              <a:srgbClr val="0A20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27DD2952-2FC4-DB58-B22F-74E10A17951C}"/>
              </a:ext>
            </a:extLst>
          </p:cNvPr>
          <p:cNvSpPr/>
          <p:nvPr/>
        </p:nvSpPr>
        <p:spPr>
          <a:xfrm>
            <a:off x="5486400" y="0"/>
            <a:ext cx="4572" cy="5143500"/>
          </a:xfrm>
          <a:prstGeom prst="rect">
            <a:avLst/>
          </a:prstGeom>
          <a:solidFill>
            <a:srgbClr val="0A2040"/>
          </a:solidFill>
          <a:ln w="3810">
            <a:solidFill>
              <a:srgbClr val="0A20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72FCDE8E-52DC-DBA7-56FB-A0F5CF1573C2}"/>
              </a:ext>
            </a:extLst>
          </p:cNvPr>
          <p:cNvSpPr/>
          <p:nvPr/>
        </p:nvSpPr>
        <p:spPr>
          <a:xfrm>
            <a:off x="6400800" y="0"/>
            <a:ext cx="4572" cy="5143500"/>
          </a:xfrm>
          <a:prstGeom prst="rect">
            <a:avLst/>
          </a:prstGeom>
          <a:solidFill>
            <a:srgbClr val="0A2040"/>
          </a:solidFill>
          <a:ln w="3810">
            <a:solidFill>
              <a:srgbClr val="0A20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58662CF8-0EFC-BC4E-A219-EC435415DA43}"/>
              </a:ext>
            </a:extLst>
          </p:cNvPr>
          <p:cNvSpPr/>
          <p:nvPr/>
        </p:nvSpPr>
        <p:spPr>
          <a:xfrm>
            <a:off x="7315200" y="0"/>
            <a:ext cx="4572" cy="5143500"/>
          </a:xfrm>
          <a:prstGeom prst="rect">
            <a:avLst/>
          </a:prstGeom>
          <a:solidFill>
            <a:srgbClr val="0A2040"/>
          </a:solidFill>
          <a:ln w="3810">
            <a:solidFill>
              <a:srgbClr val="0A20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E4DEBC5A-5EEA-6139-E9FF-3AC26F27BCFD}"/>
              </a:ext>
            </a:extLst>
          </p:cNvPr>
          <p:cNvSpPr/>
          <p:nvPr/>
        </p:nvSpPr>
        <p:spPr>
          <a:xfrm>
            <a:off x="8229600" y="0"/>
            <a:ext cx="4572" cy="5143500"/>
          </a:xfrm>
          <a:prstGeom prst="rect">
            <a:avLst/>
          </a:prstGeom>
          <a:solidFill>
            <a:srgbClr val="0A2040"/>
          </a:solidFill>
          <a:ln w="3810">
            <a:solidFill>
              <a:srgbClr val="0A20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E0F63DB2-E2A0-191A-F8AC-104CFA7B318F}"/>
              </a:ext>
            </a:extLst>
          </p:cNvPr>
          <p:cNvSpPr/>
          <p:nvPr/>
        </p:nvSpPr>
        <p:spPr>
          <a:xfrm>
            <a:off x="9144000" y="0"/>
            <a:ext cx="4572" cy="5143500"/>
          </a:xfrm>
          <a:prstGeom prst="rect">
            <a:avLst/>
          </a:prstGeom>
          <a:solidFill>
            <a:srgbClr val="0A2040"/>
          </a:solidFill>
          <a:ln w="3810">
            <a:solidFill>
              <a:srgbClr val="0A20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FD42FB9C-564F-65C6-F4C3-52980DE5A809}"/>
              </a:ext>
            </a:extLst>
          </p:cNvPr>
          <p:cNvSpPr/>
          <p:nvPr/>
        </p:nvSpPr>
        <p:spPr>
          <a:xfrm>
            <a:off x="0" y="0"/>
            <a:ext cx="9144000" cy="4572"/>
          </a:xfrm>
          <a:prstGeom prst="rect">
            <a:avLst/>
          </a:prstGeom>
          <a:solidFill>
            <a:srgbClr val="0A2040"/>
          </a:solidFill>
          <a:ln w="3810">
            <a:solidFill>
              <a:srgbClr val="0A20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C24EA509-309C-20EE-588A-23A73CE4C871}"/>
              </a:ext>
            </a:extLst>
          </p:cNvPr>
          <p:cNvSpPr/>
          <p:nvPr/>
        </p:nvSpPr>
        <p:spPr>
          <a:xfrm>
            <a:off x="0" y="822960"/>
            <a:ext cx="9144000" cy="4572"/>
          </a:xfrm>
          <a:prstGeom prst="rect">
            <a:avLst/>
          </a:prstGeom>
          <a:solidFill>
            <a:srgbClr val="0A2040"/>
          </a:solidFill>
          <a:ln w="3810">
            <a:solidFill>
              <a:srgbClr val="0A20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>
            <a:extLst>
              <a:ext uri="{FF2B5EF4-FFF2-40B4-BE49-F238E27FC236}">
                <a16:creationId xmlns:a16="http://schemas.microsoft.com/office/drawing/2014/main" id="{F974478C-D6EB-8B1E-857A-7A0D4613D043}"/>
              </a:ext>
            </a:extLst>
          </p:cNvPr>
          <p:cNvSpPr/>
          <p:nvPr/>
        </p:nvSpPr>
        <p:spPr>
          <a:xfrm>
            <a:off x="0" y="1645920"/>
            <a:ext cx="9144000" cy="4572"/>
          </a:xfrm>
          <a:prstGeom prst="rect">
            <a:avLst/>
          </a:prstGeom>
          <a:solidFill>
            <a:srgbClr val="0A2040"/>
          </a:solidFill>
          <a:ln w="3810">
            <a:solidFill>
              <a:srgbClr val="0A20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>
            <a:extLst>
              <a:ext uri="{FF2B5EF4-FFF2-40B4-BE49-F238E27FC236}">
                <a16:creationId xmlns:a16="http://schemas.microsoft.com/office/drawing/2014/main" id="{39F55345-F846-8715-41F6-D781E25B99B7}"/>
              </a:ext>
            </a:extLst>
          </p:cNvPr>
          <p:cNvSpPr/>
          <p:nvPr/>
        </p:nvSpPr>
        <p:spPr>
          <a:xfrm>
            <a:off x="0" y="2468880"/>
            <a:ext cx="9144000" cy="4572"/>
          </a:xfrm>
          <a:prstGeom prst="rect">
            <a:avLst/>
          </a:prstGeom>
          <a:solidFill>
            <a:srgbClr val="0A2040"/>
          </a:solidFill>
          <a:ln w="3810">
            <a:solidFill>
              <a:srgbClr val="0A20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>
            <a:extLst>
              <a:ext uri="{FF2B5EF4-FFF2-40B4-BE49-F238E27FC236}">
                <a16:creationId xmlns:a16="http://schemas.microsoft.com/office/drawing/2014/main" id="{03BC1BA5-723F-6E25-70C8-52AA21BF94D9}"/>
              </a:ext>
            </a:extLst>
          </p:cNvPr>
          <p:cNvSpPr/>
          <p:nvPr/>
        </p:nvSpPr>
        <p:spPr>
          <a:xfrm>
            <a:off x="0" y="3291840"/>
            <a:ext cx="9144000" cy="4572"/>
          </a:xfrm>
          <a:prstGeom prst="rect">
            <a:avLst/>
          </a:prstGeom>
          <a:solidFill>
            <a:srgbClr val="0A2040"/>
          </a:solidFill>
          <a:ln w="3810">
            <a:solidFill>
              <a:srgbClr val="0A20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>
            <a:extLst>
              <a:ext uri="{FF2B5EF4-FFF2-40B4-BE49-F238E27FC236}">
                <a16:creationId xmlns:a16="http://schemas.microsoft.com/office/drawing/2014/main" id="{5761B55C-BD9F-3BE6-7873-883B900A745E}"/>
              </a:ext>
            </a:extLst>
          </p:cNvPr>
          <p:cNvSpPr/>
          <p:nvPr/>
        </p:nvSpPr>
        <p:spPr>
          <a:xfrm>
            <a:off x="0" y="4114800"/>
            <a:ext cx="9144000" cy="4572"/>
          </a:xfrm>
          <a:prstGeom prst="rect">
            <a:avLst/>
          </a:prstGeom>
          <a:solidFill>
            <a:srgbClr val="0A2040"/>
          </a:solidFill>
          <a:ln w="3810">
            <a:solidFill>
              <a:srgbClr val="0A20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>
            <a:extLst>
              <a:ext uri="{FF2B5EF4-FFF2-40B4-BE49-F238E27FC236}">
                <a16:creationId xmlns:a16="http://schemas.microsoft.com/office/drawing/2014/main" id="{22C3A40C-727E-6B8F-53AE-E785BDA1EB0E}"/>
              </a:ext>
            </a:extLst>
          </p:cNvPr>
          <p:cNvSpPr/>
          <p:nvPr/>
        </p:nvSpPr>
        <p:spPr>
          <a:xfrm>
            <a:off x="0" y="4937760"/>
            <a:ext cx="9144000" cy="4572"/>
          </a:xfrm>
          <a:prstGeom prst="rect">
            <a:avLst/>
          </a:prstGeom>
          <a:solidFill>
            <a:srgbClr val="0A2040"/>
          </a:solidFill>
          <a:ln w="3810">
            <a:solidFill>
              <a:srgbClr val="0A20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>
            <a:extLst>
              <a:ext uri="{FF2B5EF4-FFF2-40B4-BE49-F238E27FC236}">
                <a16:creationId xmlns:a16="http://schemas.microsoft.com/office/drawing/2014/main" id="{9DA322C3-17CE-DFA7-B6E0-2ACDEA3F1D74}"/>
              </a:ext>
            </a:extLst>
          </p:cNvPr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1" name="Shape 19">
            <a:extLst>
              <a:ext uri="{FF2B5EF4-FFF2-40B4-BE49-F238E27FC236}">
                <a16:creationId xmlns:a16="http://schemas.microsoft.com/office/drawing/2014/main" id="{6A842F98-BCAC-C7D4-877E-C55EBE3ED75A}"/>
              </a:ext>
            </a:extLst>
          </p:cNvPr>
          <p:cNvSpPr/>
          <p:nvPr/>
        </p:nvSpPr>
        <p:spPr>
          <a:xfrm>
            <a:off x="0" y="5093208"/>
            <a:ext cx="9144000" cy="50292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2" name="Shape 20">
            <a:extLst>
              <a:ext uri="{FF2B5EF4-FFF2-40B4-BE49-F238E27FC236}">
                <a16:creationId xmlns:a16="http://schemas.microsoft.com/office/drawing/2014/main" id="{0A3240C9-CAAC-6D80-32E9-8E0F3312E9B1}"/>
              </a:ext>
            </a:extLst>
          </p:cNvPr>
          <p:cNvSpPr/>
          <p:nvPr/>
        </p:nvSpPr>
        <p:spPr>
          <a:xfrm>
            <a:off x="73152" y="64008"/>
            <a:ext cx="274320" cy="36576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3" name="Shape 21">
            <a:extLst>
              <a:ext uri="{FF2B5EF4-FFF2-40B4-BE49-F238E27FC236}">
                <a16:creationId xmlns:a16="http://schemas.microsoft.com/office/drawing/2014/main" id="{39DC6AFF-8ED4-B91F-8699-76E989F8AA23}"/>
              </a:ext>
            </a:extLst>
          </p:cNvPr>
          <p:cNvSpPr/>
          <p:nvPr/>
        </p:nvSpPr>
        <p:spPr>
          <a:xfrm>
            <a:off x="73152" y="64008"/>
            <a:ext cx="36576" cy="22860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4" name="Shape 22">
            <a:extLst>
              <a:ext uri="{FF2B5EF4-FFF2-40B4-BE49-F238E27FC236}">
                <a16:creationId xmlns:a16="http://schemas.microsoft.com/office/drawing/2014/main" id="{5AD44751-F095-256A-F834-172833FB03B5}"/>
              </a:ext>
            </a:extLst>
          </p:cNvPr>
          <p:cNvSpPr/>
          <p:nvPr/>
        </p:nvSpPr>
        <p:spPr>
          <a:xfrm>
            <a:off x="8796528" y="64008"/>
            <a:ext cx="274320" cy="36576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5" name="Shape 23">
            <a:extLst>
              <a:ext uri="{FF2B5EF4-FFF2-40B4-BE49-F238E27FC236}">
                <a16:creationId xmlns:a16="http://schemas.microsoft.com/office/drawing/2014/main" id="{C77FF0B0-A32A-C9AE-C99C-ED6CE3A15300}"/>
              </a:ext>
            </a:extLst>
          </p:cNvPr>
          <p:cNvSpPr/>
          <p:nvPr/>
        </p:nvSpPr>
        <p:spPr>
          <a:xfrm>
            <a:off x="9034272" y="64008"/>
            <a:ext cx="36576" cy="22860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6" name="Shape 24">
            <a:extLst>
              <a:ext uri="{FF2B5EF4-FFF2-40B4-BE49-F238E27FC236}">
                <a16:creationId xmlns:a16="http://schemas.microsoft.com/office/drawing/2014/main" id="{558A1E76-AA6B-E9F9-C1C0-18E95E052DB3}"/>
              </a:ext>
            </a:extLst>
          </p:cNvPr>
          <p:cNvSpPr/>
          <p:nvPr/>
        </p:nvSpPr>
        <p:spPr>
          <a:xfrm>
            <a:off x="73152" y="5042916"/>
            <a:ext cx="274320" cy="36576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7" name="Shape 25">
            <a:extLst>
              <a:ext uri="{FF2B5EF4-FFF2-40B4-BE49-F238E27FC236}">
                <a16:creationId xmlns:a16="http://schemas.microsoft.com/office/drawing/2014/main" id="{2FF27312-2866-4930-F5DA-A94B784B3E6A}"/>
              </a:ext>
            </a:extLst>
          </p:cNvPr>
          <p:cNvSpPr/>
          <p:nvPr/>
        </p:nvSpPr>
        <p:spPr>
          <a:xfrm>
            <a:off x="73152" y="4850892"/>
            <a:ext cx="36576" cy="22860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8" name="Shape 26">
            <a:extLst>
              <a:ext uri="{FF2B5EF4-FFF2-40B4-BE49-F238E27FC236}">
                <a16:creationId xmlns:a16="http://schemas.microsoft.com/office/drawing/2014/main" id="{6CBB6AC9-1FE2-AD66-3FFB-24994840F20C}"/>
              </a:ext>
            </a:extLst>
          </p:cNvPr>
          <p:cNvSpPr/>
          <p:nvPr/>
        </p:nvSpPr>
        <p:spPr>
          <a:xfrm>
            <a:off x="8796528" y="5042916"/>
            <a:ext cx="274320" cy="36576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9" name="Shape 27">
            <a:extLst>
              <a:ext uri="{FF2B5EF4-FFF2-40B4-BE49-F238E27FC236}">
                <a16:creationId xmlns:a16="http://schemas.microsoft.com/office/drawing/2014/main" id="{673119D9-6294-EA29-EEBD-8C33BEDD9647}"/>
              </a:ext>
            </a:extLst>
          </p:cNvPr>
          <p:cNvSpPr/>
          <p:nvPr/>
        </p:nvSpPr>
        <p:spPr>
          <a:xfrm>
            <a:off x="9034272" y="4850892"/>
            <a:ext cx="36576" cy="22860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30" name="Shape 28">
            <a:extLst>
              <a:ext uri="{FF2B5EF4-FFF2-40B4-BE49-F238E27FC236}">
                <a16:creationId xmlns:a16="http://schemas.microsoft.com/office/drawing/2014/main" id="{F8FBCEF1-73DE-54E7-32B2-9B02409ADD94}"/>
              </a:ext>
            </a:extLst>
          </p:cNvPr>
          <p:cNvSpPr/>
          <p:nvPr/>
        </p:nvSpPr>
        <p:spPr>
          <a:xfrm>
            <a:off x="182880" y="109728"/>
            <a:ext cx="960120" cy="475488"/>
          </a:xfrm>
          <a:prstGeom prst="ellipse">
            <a:avLst/>
          </a:prstGeom>
          <a:solidFill>
            <a:srgbClr val="1C0E00"/>
          </a:solidFill>
          <a:ln w="17780">
            <a:solidFill>
              <a:srgbClr val="FF9500"/>
            </a:solidFill>
            <a:prstDash val="soli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31" name="Text 29">
            <a:extLst>
              <a:ext uri="{FF2B5EF4-FFF2-40B4-BE49-F238E27FC236}">
                <a16:creationId xmlns:a16="http://schemas.microsoft.com/office/drawing/2014/main" id="{5BEF950B-C21C-A63A-F03C-E881B80BF314}"/>
              </a:ext>
            </a:extLst>
          </p:cNvPr>
          <p:cNvSpPr/>
          <p:nvPr/>
        </p:nvSpPr>
        <p:spPr>
          <a:xfrm>
            <a:off x="182880" y="109728"/>
            <a:ext cx="960120" cy="475488"/>
          </a:xfrm>
          <a:prstGeom prst="rect">
            <a:avLst/>
          </a:prstGeom>
          <a:noFill/>
          <a:ln/>
          <a:effectLst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95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POWER</a:t>
            </a:r>
            <a:endParaRPr lang="en-US" sz="800" dirty="0"/>
          </a:p>
          <a:p>
            <a:pPr marL="0" indent="0" algn="ctr">
              <a:buNone/>
            </a:pPr>
            <a:r>
              <a:rPr lang="en-US" sz="800" b="1" dirty="0">
                <a:solidFill>
                  <a:srgbClr val="FF95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</a:t>
            </a:r>
            <a:endParaRPr lang="en-US" sz="800" dirty="0"/>
          </a:p>
        </p:txBody>
      </p:sp>
      <p:sp>
        <p:nvSpPr>
          <p:cNvPr id="39" name="Text 37">
            <a:extLst>
              <a:ext uri="{FF2B5EF4-FFF2-40B4-BE49-F238E27FC236}">
                <a16:creationId xmlns:a16="http://schemas.microsoft.com/office/drawing/2014/main" id="{622F3569-6383-D2E0-FB89-9FD086E78D68}"/>
              </a:ext>
            </a:extLst>
          </p:cNvPr>
          <p:cNvSpPr/>
          <p:nvPr/>
        </p:nvSpPr>
        <p:spPr>
          <a:xfrm>
            <a:off x="256032" y="786384"/>
            <a:ext cx="2011680" cy="256032"/>
          </a:xfrm>
          <a:prstGeom prst="rect">
            <a:avLst/>
          </a:prstGeom>
          <a:noFill/>
          <a:ln/>
          <a:effectLst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b="1" kern="0" spc="300" dirty="0">
                <a:solidFill>
                  <a:srgbClr val="6688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TOP MODULE</a:t>
            </a:r>
            <a:endParaRPr lang="en-US" sz="750" dirty="0"/>
          </a:p>
        </p:txBody>
      </p:sp>
      <p:sp>
        <p:nvSpPr>
          <p:cNvPr id="40" name="Shape 38">
            <a:extLst>
              <a:ext uri="{FF2B5EF4-FFF2-40B4-BE49-F238E27FC236}">
                <a16:creationId xmlns:a16="http://schemas.microsoft.com/office/drawing/2014/main" id="{B9CFF470-D792-B7D9-9BE2-EDFF6F419A2F}"/>
              </a:ext>
            </a:extLst>
          </p:cNvPr>
          <p:cNvSpPr/>
          <p:nvPr/>
        </p:nvSpPr>
        <p:spPr>
          <a:xfrm>
            <a:off x="411480" y="896112"/>
            <a:ext cx="1783080" cy="804672"/>
          </a:xfrm>
          <a:prstGeom prst="rect">
            <a:avLst/>
          </a:prstGeom>
          <a:solidFill>
            <a:srgbClr val="0B2850"/>
          </a:solidFill>
          <a:ln w="15240">
            <a:solidFill>
              <a:srgbClr val="2B7AE0"/>
            </a:solidFill>
            <a:prstDash val="soli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41" name="Text 39">
            <a:extLst>
              <a:ext uri="{FF2B5EF4-FFF2-40B4-BE49-F238E27FC236}">
                <a16:creationId xmlns:a16="http://schemas.microsoft.com/office/drawing/2014/main" id="{B49DA9BA-E08B-0A32-1043-65F50A91924A}"/>
              </a:ext>
            </a:extLst>
          </p:cNvPr>
          <p:cNvSpPr/>
          <p:nvPr/>
        </p:nvSpPr>
        <p:spPr>
          <a:xfrm>
            <a:off x="411480" y="896112"/>
            <a:ext cx="1783080" cy="450616"/>
          </a:xfrm>
          <a:prstGeom prst="rect">
            <a:avLst/>
          </a:prstGeom>
          <a:noFill/>
          <a:ln/>
          <a:effectLst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BOOT FSM</a:t>
            </a:r>
            <a:endParaRPr lang="en-US" sz="900" dirty="0"/>
          </a:p>
        </p:txBody>
      </p:sp>
      <p:sp>
        <p:nvSpPr>
          <p:cNvPr id="42" name="Text 40">
            <a:extLst>
              <a:ext uri="{FF2B5EF4-FFF2-40B4-BE49-F238E27FC236}">
                <a16:creationId xmlns:a16="http://schemas.microsoft.com/office/drawing/2014/main" id="{6A7BF158-CF6D-07F8-B438-66502553FA1C}"/>
              </a:ext>
            </a:extLst>
          </p:cNvPr>
          <p:cNvSpPr/>
          <p:nvPr/>
        </p:nvSpPr>
        <p:spPr>
          <a:xfrm>
            <a:off x="411480" y="1314541"/>
            <a:ext cx="1783080" cy="386243"/>
          </a:xfrm>
          <a:prstGeom prst="rect">
            <a:avLst/>
          </a:prstGeom>
          <a:noFill/>
          <a:ln/>
          <a:effectLst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00" i="1" dirty="0">
                <a:solidFill>
                  <a:srgbClr val="6688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Controller</a:t>
            </a:r>
            <a:endParaRPr lang="en-US" sz="700" dirty="0"/>
          </a:p>
        </p:txBody>
      </p:sp>
      <p:sp>
        <p:nvSpPr>
          <p:cNvPr id="38" name="Shape 54">
            <a:extLst>
              <a:ext uri="{FF2B5EF4-FFF2-40B4-BE49-F238E27FC236}">
                <a16:creationId xmlns:a16="http://schemas.microsoft.com/office/drawing/2014/main" id="{45AEF3BB-7989-F796-F697-B0D72F2A25D0}"/>
              </a:ext>
            </a:extLst>
          </p:cNvPr>
          <p:cNvSpPr/>
          <p:nvPr/>
        </p:nvSpPr>
        <p:spPr>
          <a:xfrm>
            <a:off x="662940" y="585216"/>
            <a:ext cx="0" cy="281087"/>
          </a:xfrm>
          <a:prstGeom prst="line">
            <a:avLst/>
          </a:prstGeom>
          <a:noFill/>
          <a:ln w="22860">
            <a:solidFill>
              <a:srgbClr val="FF9500">
                <a:alpha val="95000"/>
              </a:srgbClr>
            </a:solidFill>
            <a:prstDash val="solid"/>
            <a:tailEnd type="triangle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60" name="Text 55">
            <a:extLst>
              <a:ext uri="{FF2B5EF4-FFF2-40B4-BE49-F238E27FC236}">
                <a16:creationId xmlns:a16="http://schemas.microsoft.com/office/drawing/2014/main" id="{822B7A61-EECD-4CCB-82AE-FD9CDEFD3F1F}"/>
              </a:ext>
            </a:extLst>
          </p:cNvPr>
          <p:cNvSpPr/>
          <p:nvPr/>
        </p:nvSpPr>
        <p:spPr>
          <a:xfrm>
            <a:off x="961898" y="585216"/>
            <a:ext cx="1005840" cy="228600"/>
          </a:xfrm>
          <a:prstGeom prst="rect">
            <a:avLst/>
          </a:prstGeom>
          <a:solidFill>
            <a:srgbClr val="041020"/>
          </a:solidFill>
          <a:ln w="8890">
            <a:solidFill>
              <a:srgbClr val="FF9500"/>
            </a:solidFill>
          </a:ln>
          <a:effectLst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95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Boot request</a:t>
            </a:r>
            <a:endParaRPr lang="en-US" sz="750" dirty="0"/>
          </a:p>
        </p:txBody>
      </p:sp>
      <p:sp>
        <p:nvSpPr>
          <p:cNvPr id="47" name="Shape 66">
            <a:extLst>
              <a:ext uri="{FF2B5EF4-FFF2-40B4-BE49-F238E27FC236}">
                <a16:creationId xmlns:a16="http://schemas.microsoft.com/office/drawing/2014/main" id="{C94A0684-172A-CDA0-179D-0FDBF1FA803B}"/>
              </a:ext>
            </a:extLst>
          </p:cNvPr>
          <p:cNvSpPr/>
          <p:nvPr/>
        </p:nvSpPr>
        <p:spPr>
          <a:xfrm>
            <a:off x="7150608" y="91440"/>
            <a:ext cx="1883664" cy="365760"/>
          </a:xfrm>
          <a:prstGeom prst="rect">
            <a:avLst/>
          </a:prstGeom>
          <a:solidFill>
            <a:srgbClr val="071830"/>
          </a:solidFill>
          <a:ln w="12700">
            <a:solidFill>
              <a:srgbClr val="FF22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Text 67">
            <a:extLst>
              <a:ext uri="{FF2B5EF4-FFF2-40B4-BE49-F238E27FC236}">
                <a16:creationId xmlns:a16="http://schemas.microsoft.com/office/drawing/2014/main" id="{035B77D8-190C-C3C1-5C38-88C0AFB1C96A}"/>
              </a:ext>
            </a:extLst>
          </p:cNvPr>
          <p:cNvSpPr/>
          <p:nvPr/>
        </p:nvSpPr>
        <p:spPr>
          <a:xfrm>
            <a:off x="7150608" y="91440"/>
            <a:ext cx="188366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22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13· AUTH_FAIL</a:t>
            </a:r>
            <a:endParaRPr lang="en-US" sz="700" dirty="0"/>
          </a:p>
        </p:txBody>
      </p:sp>
      <p:sp>
        <p:nvSpPr>
          <p:cNvPr id="70" name="Shape 68">
            <a:extLst>
              <a:ext uri="{FF2B5EF4-FFF2-40B4-BE49-F238E27FC236}">
                <a16:creationId xmlns:a16="http://schemas.microsoft.com/office/drawing/2014/main" id="{A82EB537-2C85-870F-765B-A3CBDAC09D92}"/>
              </a:ext>
            </a:extLst>
          </p:cNvPr>
          <p:cNvSpPr/>
          <p:nvPr/>
        </p:nvSpPr>
        <p:spPr>
          <a:xfrm>
            <a:off x="109728" y="4668012"/>
            <a:ext cx="1700784" cy="347472"/>
          </a:xfrm>
          <a:prstGeom prst="rect">
            <a:avLst/>
          </a:prstGeom>
          <a:solidFill>
            <a:srgbClr val="071830"/>
          </a:solidFill>
          <a:ln w="10160">
            <a:solidFill>
              <a:srgbClr val="FF22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1" name="Text 69">
            <a:extLst>
              <a:ext uri="{FF2B5EF4-FFF2-40B4-BE49-F238E27FC236}">
                <a16:creationId xmlns:a16="http://schemas.microsoft.com/office/drawing/2014/main" id="{DC908736-5346-8A1A-5BAF-EE652645F822}"/>
              </a:ext>
            </a:extLst>
          </p:cNvPr>
          <p:cNvSpPr/>
          <p:nvPr/>
        </p:nvSpPr>
        <p:spPr>
          <a:xfrm>
            <a:off x="109728" y="4668012"/>
            <a:ext cx="1700784" cy="347472"/>
          </a:xfrm>
          <a:prstGeom prst="rect">
            <a:avLst/>
          </a:prstGeom>
          <a:noFill/>
          <a:ln/>
        </p:spPr>
        <p:txBody>
          <a:bodyPr wrap="square" lIns="0" tIns="7620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FF22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 AUTH_FAIL → Policy Engine ]</a:t>
            </a:r>
            <a:endParaRPr lang="en-US" sz="800" dirty="0"/>
          </a:p>
        </p:txBody>
      </p:sp>
      <p:sp>
        <p:nvSpPr>
          <p:cNvPr id="55" name="Shape 52">
            <a:extLst>
              <a:ext uri="{FF2B5EF4-FFF2-40B4-BE49-F238E27FC236}">
                <a16:creationId xmlns:a16="http://schemas.microsoft.com/office/drawing/2014/main" id="{B7E240E5-3DB4-A08E-D9F8-CCEA13B1C9DA}"/>
              </a:ext>
            </a:extLst>
          </p:cNvPr>
          <p:cNvSpPr/>
          <p:nvPr/>
        </p:nvSpPr>
        <p:spPr>
          <a:xfrm>
            <a:off x="2194560" y="4206240"/>
            <a:ext cx="4754880" cy="548640"/>
          </a:xfrm>
          <a:prstGeom prst="rect">
            <a:avLst/>
          </a:prstGeom>
          <a:solidFill>
            <a:srgbClr val="001E0E">
              <a:alpha val="90000"/>
            </a:srgbClr>
          </a:solidFill>
          <a:ln w="17780">
            <a:solidFill>
              <a:srgbClr val="00CC66"/>
            </a:solidFill>
            <a:prstDash val="soli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8" name="Text 53">
            <a:extLst>
              <a:ext uri="{FF2B5EF4-FFF2-40B4-BE49-F238E27FC236}">
                <a16:creationId xmlns:a16="http://schemas.microsoft.com/office/drawing/2014/main" id="{4FB59C24-5750-548B-29B2-151FA4852AAB}"/>
              </a:ext>
            </a:extLst>
          </p:cNvPr>
          <p:cNvSpPr/>
          <p:nvPr/>
        </p:nvSpPr>
        <p:spPr>
          <a:xfrm>
            <a:off x="2194560" y="4206240"/>
            <a:ext cx="4754880" cy="548640"/>
          </a:xfrm>
          <a:prstGeom prst="rect">
            <a:avLst/>
          </a:prstGeom>
          <a:noFill/>
          <a:ln/>
          <a:effectLst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CC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DEVICE TO BE AUTHENTICATED</a:t>
            </a:r>
            <a:endParaRPr lang="en-US" sz="1000" dirty="0"/>
          </a:p>
        </p:txBody>
      </p:sp>
      <p:sp>
        <p:nvSpPr>
          <p:cNvPr id="79" name="Shape 41">
            <a:extLst>
              <a:ext uri="{FF2B5EF4-FFF2-40B4-BE49-F238E27FC236}">
                <a16:creationId xmlns:a16="http://schemas.microsoft.com/office/drawing/2014/main" id="{858D148E-2CF5-6AF0-0DA5-BAB535A957BC}"/>
              </a:ext>
            </a:extLst>
          </p:cNvPr>
          <p:cNvSpPr/>
          <p:nvPr/>
        </p:nvSpPr>
        <p:spPr>
          <a:xfrm>
            <a:off x="3291840" y="1481328"/>
            <a:ext cx="2560320" cy="1115568"/>
          </a:xfrm>
          <a:prstGeom prst="ellipse">
            <a:avLst/>
          </a:prstGeom>
          <a:solidFill>
            <a:srgbClr val="280000"/>
          </a:solidFill>
          <a:ln w="19050">
            <a:solidFill>
              <a:srgbClr val="FF2244"/>
            </a:solidFill>
            <a:prstDash val="soli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80" name="Text 42">
            <a:extLst>
              <a:ext uri="{FF2B5EF4-FFF2-40B4-BE49-F238E27FC236}">
                <a16:creationId xmlns:a16="http://schemas.microsoft.com/office/drawing/2014/main" id="{DCA4F896-D269-E7DF-16E6-6DD9C72B200B}"/>
              </a:ext>
            </a:extLst>
          </p:cNvPr>
          <p:cNvSpPr/>
          <p:nvPr/>
        </p:nvSpPr>
        <p:spPr>
          <a:xfrm>
            <a:off x="3291840" y="1481328"/>
            <a:ext cx="2560320" cy="1115568"/>
          </a:xfrm>
          <a:prstGeom prst="rect">
            <a:avLst/>
          </a:prstGeom>
          <a:noFill/>
          <a:ln/>
          <a:effectLst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6688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AUTHENTICATION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6688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DONE ✗</a:t>
            </a:r>
            <a:endParaRPr lang="en-US" sz="900" dirty="0"/>
          </a:p>
        </p:txBody>
      </p:sp>
      <p:sp>
        <p:nvSpPr>
          <p:cNvPr id="85" name="Shape 56">
            <a:extLst>
              <a:ext uri="{FF2B5EF4-FFF2-40B4-BE49-F238E27FC236}">
                <a16:creationId xmlns:a16="http://schemas.microsoft.com/office/drawing/2014/main" id="{FDDD23E9-F7AC-1FDD-7FD0-F8D413460EBD}"/>
              </a:ext>
            </a:extLst>
          </p:cNvPr>
          <p:cNvSpPr/>
          <p:nvPr/>
        </p:nvSpPr>
        <p:spPr>
          <a:xfrm>
            <a:off x="2194560" y="1298448"/>
            <a:ext cx="1120140" cy="505480"/>
          </a:xfrm>
          <a:prstGeom prst="line">
            <a:avLst/>
          </a:prstGeom>
          <a:noFill/>
          <a:ln w="22860">
            <a:solidFill>
              <a:srgbClr val="00D4FF">
                <a:alpha val="95000"/>
              </a:srgbClr>
            </a:solidFill>
            <a:prstDash val="solid"/>
            <a:tailEnd type="triangle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86" name="Text 57">
            <a:extLst>
              <a:ext uri="{FF2B5EF4-FFF2-40B4-BE49-F238E27FC236}">
                <a16:creationId xmlns:a16="http://schemas.microsoft.com/office/drawing/2014/main" id="{B7919DCA-02D7-2AE5-D86B-7C48C4BF4F76}"/>
              </a:ext>
            </a:extLst>
          </p:cNvPr>
          <p:cNvSpPr/>
          <p:nvPr/>
        </p:nvSpPr>
        <p:spPr>
          <a:xfrm>
            <a:off x="2590038" y="1189401"/>
            <a:ext cx="868680" cy="219456"/>
          </a:xfrm>
          <a:prstGeom prst="rect">
            <a:avLst/>
          </a:prstGeom>
          <a:solidFill>
            <a:srgbClr val="041020"/>
          </a:solidFill>
          <a:ln w="8890">
            <a:solidFill>
              <a:srgbClr val="00D4FF"/>
            </a:solidFill>
          </a:ln>
          <a:effectLst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auth_start</a:t>
            </a:r>
            <a:endParaRPr lang="en-US" sz="750" dirty="0"/>
          </a:p>
        </p:txBody>
      </p:sp>
      <p:sp>
        <p:nvSpPr>
          <p:cNvPr id="87" name="Shape 30">
            <a:extLst>
              <a:ext uri="{FF2B5EF4-FFF2-40B4-BE49-F238E27FC236}">
                <a16:creationId xmlns:a16="http://schemas.microsoft.com/office/drawing/2014/main" id="{6D67C2FA-8CB8-12AF-95C8-F6DBEB320376}"/>
              </a:ext>
            </a:extLst>
          </p:cNvPr>
          <p:cNvSpPr/>
          <p:nvPr/>
        </p:nvSpPr>
        <p:spPr>
          <a:xfrm>
            <a:off x="3627120" y="109728"/>
            <a:ext cx="1920240" cy="475488"/>
          </a:xfrm>
          <a:prstGeom prst="rect">
            <a:avLst/>
          </a:prstGeom>
          <a:solidFill>
            <a:srgbClr val="180038"/>
          </a:solidFill>
          <a:ln w="15240">
            <a:solidFill>
              <a:srgbClr val="8844EE"/>
            </a:solidFill>
            <a:prstDash val="soli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88" name="Text 31">
            <a:extLst>
              <a:ext uri="{FF2B5EF4-FFF2-40B4-BE49-F238E27FC236}">
                <a16:creationId xmlns:a16="http://schemas.microsoft.com/office/drawing/2014/main" id="{1C109656-8A33-EA32-F30B-C1B4EE2E4C39}"/>
              </a:ext>
            </a:extLst>
          </p:cNvPr>
          <p:cNvSpPr/>
          <p:nvPr/>
        </p:nvSpPr>
        <p:spPr>
          <a:xfrm>
            <a:off x="3627120" y="109728"/>
            <a:ext cx="1920240" cy="266273"/>
          </a:xfrm>
          <a:prstGeom prst="rect">
            <a:avLst/>
          </a:prstGeom>
          <a:noFill/>
          <a:ln/>
          <a:effectLst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MEMORY</a:t>
            </a:r>
            <a:endParaRPr lang="en-US" sz="900" dirty="0"/>
          </a:p>
        </p:txBody>
      </p:sp>
      <p:sp>
        <p:nvSpPr>
          <p:cNvPr id="89" name="Text 32">
            <a:extLst>
              <a:ext uri="{FF2B5EF4-FFF2-40B4-BE49-F238E27FC236}">
                <a16:creationId xmlns:a16="http://schemas.microsoft.com/office/drawing/2014/main" id="{2C59D780-AF0A-29A7-4C24-00DBCF7CCF95}"/>
              </a:ext>
            </a:extLst>
          </p:cNvPr>
          <p:cNvSpPr/>
          <p:nvPr/>
        </p:nvSpPr>
        <p:spPr>
          <a:xfrm>
            <a:off x="3627120" y="356982"/>
            <a:ext cx="1920240" cy="228234"/>
          </a:xfrm>
          <a:prstGeom prst="rect">
            <a:avLst/>
          </a:prstGeom>
          <a:noFill/>
          <a:ln/>
          <a:effectLst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00" i="1" dirty="0">
                <a:solidFill>
                  <a:srgbClr val="6688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DDR / Flash</a:t>
            </a:r>
            <a:endParaRPr lang="en-US" sz="700" dirty="0"/>
          </a:p>
        </p:txBody>
      </p:sp>
      <p:sp>
        <p:nvSpPr>
          <p:cNvPr id="90" name="Shape 33">
            <a:extLst>
              <a:ext uri="{FF2B5EF4-FFF2-40B4-BE49-F238E27FC236}">
                <a16:creationId xmlns:a16="http://schemas.microsoft.com/office/drawing/2014/main" id="{64A6D740-5EDF-DA42-7C6D-FAA3478EE4F3}"/>
              </a:ext>
            </a:extLst>
          </p:cNvPr>
          <p:cNvSpPr/>
          <p:nvPr/>
        </p:nvSpPr>
        <p:spPr>
          <a:xfrm>
            <a:off x="6752844" y="981710"/>
            <a:ext cx="1737360" cy="475488"/>
          </a:xfrm>
          <a:prstGeom prst="rect">
            <a:avLst/>
          </a:prstGeom>
          <a:solidFill>
            <a:srgbClr val="2A1E00"/>
          </a:solidFill>
          <a:ln w="15240">
            <a:solidFill>
              <a:srgbClr val="CC9900"/>
            </a:solidFill>
            <a:prstDash val="soli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91" name="Text 34">
            <a:extLst>
              <a:ext uri="{FF2B5EF4-FFF2-40B4-BE49-F238E27FC236}">
                <a16:creationId xmlns:a16="http://schemas.microsoft.com/office/drawing/2014/main" id="{39CBB441-18E3-2564-9CDE-BCF7CCEFAA85}"/>
              </a:ext>
            </a:extLst>
          </p:cNvPr>
          <p:cNvSpPr/>
          <p:nvPr/>
        </p:nvSpPr>
        <p:spPr>
          <a:xfrm>
            <a:off x="6752844" y="968715"/>
            <a:ext cx="1737360" cy="266273"/>
          </a:xfrm>
          <a:prstGeom prst="rect">
            <a:avLst/>
          </a:prstGeom>
          <a:noFill/>
          <a:ln/>
          <a:effectLst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SECURE KEY</a:t>
            </a:r>
            <a:endParaRPr lang="en-US" sz="900" dirty="0"/>
          </a:p>
        </p:txBody>
      </p:sp>
      <p:sp>
        <p:nvSpPr>
          <p:cNvPr id="92" name="Text 35">
            <a:extLst>
              <a:ext uri="{FF2B5EF4-FFF2-40B4-BE49-F238E27FC236}">
                <a16:creationId xmlns:a16="http://schemas.microsoft.com/office/drawing/2014/main" id="{C2971F2C-D939-E95B-3F40-381DB9273D2A}"/>
              </a:ext>
            </a:extLst>
          </p:cNvPr>
          <p:cNvSpPr/>
          <p:nvPr/>
        </p:nvSpPr>
        <p:spPr>
          <a:xfrm>
            <a:off x="6752844" y="1228964"/>
            <a:ext cx="1737360" cy="228234"/>
          </a:xfrm>
          <a:prstGeom prst="rect">
            <a:avLst/>
          </a:prstGeom>
          <a:noFill/>
          <a:ln/>
          <a:effectLst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00" i="1" dirty="0">
                <a:solidFill>
                  <a:srgbClr val="6688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Storage</a:t>
            </a:r>
            <a:endParaRPr lang="en-US" sz="700" dirty="0"/>
          </a:p>
        </p:txBody>
      </p:sp>
      <p:sp>
        <p:nvSpPr>
          <p:cNvPr id="93" name="Shape 58">
            <a:extLst>
              <a:ext uri="{FF2B5EF4-FFF2-40B4-BE49-F238E27FC236}">
                <a16:creationId xmlns:a16="http://schemas.microsoft.com/office/drawing/2014/main" id="{265DFAB3-E3E2-CAA1-04FC-022042AD47A3}"/>
              </a:ext>
            </a:extLst>
          </p:cNvPr>
          <p:cNvSpPr/>
          <p:nvPr/>
        </p:nvSpPr>
        <p:spPr>
          <a:xfrm flipH="1">
            <a:off x="4589702" y="591800"/>
            <a:ext cx="4572" cy="889528"/>
          </a:xfrm>
          <a:prstGeom prst="line">
            <a:avLst/>
          </a:prstGeom>
          <a:noFill/>
          <a:ln w="22860">
            <a:solidFill>
              <a:srgbClr val="9B4DFF">
                <a:alpha val="95000"/>
              </a:srgbClr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94" name="Text 59">
            <a:extLst>
              <a:ext uri="{FF2B5EF4-FFF2-40B4-BE49-F238E27FC236}">
                <a16:creationId xmlns:a16="http://schemas.microsoft.com/office/drawing/2014/main" id="{3027CEAE-94D1-6FB4-C2F6-BAEEB55882CE}"/>
              </a:ext>
            </a:extLst>
          </p:cNvPr>
          <p:cNvSpPr/>
          <p:nvPr/>
        </p:nvSpPr>
        <p:spPr>
          <a:xfrm>
            <a:off x="4655820" y="713232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9B4D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FW_Data</a:t>
            </a:r>
            <a:endParaRPr lang="en-US" sz="700" dirty="0"/>
          </a:p>
        </p:txBody>
      </p:sp>
      <p:sp>
        <p:nvSpPr>
          <p:cNvPr id="95" name="Text 60">
            <a:extLst>
              <a:ext uri="{FF2B5EF4-FFF2-40B4-BE49-F238E27FC236}">
                <a16:creationId xmlns:a16="http://schemas.microsoft.com/office/drawing/2014/main" id="{06361C6A-3875-6D9F-1E72-86903977A56F}"/>
              </a:ext>
            </a:extLst>
          </p:cNvPr>
          <p:cNvSpPr/>
          <p:nvPr/>
        </p:nvSpPr>
        <p:spPr>
          <a:xfrm>
            <a:off x="4655820" y="914400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9B4D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FW_Valid</a:t>
            </a:r>
            <a:endParaRPr lang="en-US" sz="700" dirty="0"/>
          </a:p>
        </p:txBody>
      </p:sp>
      <p:sp>
        <p:nvSpPr>
          <p:cNvPr id="96" name="Text 61">
            <a:extLst>
              <a:ext uri="{FF2B5EF4-FFF2-40B4-BE49-F238E27FC236}">
                <a16:creationId xmlns:a16="http://schemas.microsoft.com/office/drawing/2014/main" id="{E6658F9C-3B1D-6686-804B-396E1F9CBE20}"/>
              </a:ext>
            </a:extLst>
          </p:cNvPr>
          <p:cNvSpPr/>
          <p:nvPr/>
        </p:nvSpPr>
        <p:spPr>
          <a:xfrm>
            <a:off x="4655820" y="1115568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9B4D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FW_last</a:t>
            </a:r>
            <a:endParaRPr lang="en-US" sz="700" dirty="0"/>
          </a:p>
        </p:txBody>
      </p:sp>
      <p:sp>
        <p:nvSpPr>
          <p:cNvPr id="97" name="Shape 62">
            <a:extLst>
              <a:ext uri="{FF2B5EF4-FFF2-40B4-BE49-F238E27FC236}">
                <a16:creationId xmlns:a16="http://schemas.microsoft.com/office/drawing/2014/main" id="{2261EDDA-C875-A58A-2ED4-8D5AADC6201E}"/>
              </a:ext>
            </a:extLst>
          </p:cNvPr>
          <p:cNvSpPr/>
          <p:nvPr/>
        </p:nvSpPr>
        <p:spPr>
          <a:xfrm flipH="1">
            <a:off x="5757672" y="1321856"/>
            <a:ext cx="995172" cy="491958"/>
          </a:xfrm>
          <a:prstGeom prst="line">
            <a:avLst/>
          </a:prstGeom>
          <a:noFill/>
          <a:ln w="22860">
            <a:solidFill>
              <a:srgbClr val="FFD000">
                <a:alpha val="95000"/>
              </a:srgbClr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98" name="Text 63">
            <a:extLst>
              <a:ext uri="{FF2B5EF4-FFF2-40B4-BE49-F238E27FC236}">
                <a16:creationId xmlns:a16="http://schemas.microsoft.com/office/drawing/2014/main" id="{C5C34919-8804-FDDB-4023-D97F5640DCB2}"/>
              </a:ext>
            </a:extLst>
          </p:cNvPr>
          <p:cNvSpPr/>
          <p:nvPr/>
        </p:nvSpPr>
        <p:spPr>
          <a:xfrm>
            <a:off x="5422392" y="1170432"/>
            <a:ext cx="868680" cy="219456"/>
          </a:xfrm>
          <a:prstGeom prst="rect">
            <a:avLst/>
          </a:prstGeom>
          <a:solidFill>
            <a:srgbClr val="041020"/>
          </a:solidFill>
          <a:ln w="8890">
            <a:solidFill>
              <a:srgbClr val="FFD000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D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Secure Key</a:t>
            </a:r>
            <a:endParaRPr lang="en-US" sz="750" dirty="0"/>
          </a:p>
        </p:txBody>
      </p:sp>
      <p:sp>
        <p:nvSpPr>
          <p:cNvPr id="99" name="Shape 43">
            <a:extLst>
              <a:ext uri="{FF2B5EF4-FFF2-40B4-BE49-F238E27FC236}">
                <a16:creationId xmlns:a16="http://schemas.microsoft.com/office/drawing/2014/main" id="{CF120EE5-29B5-7FEF-B402-2B12073CF909}"/>
              </a:ext>
            </a:extLst>
          </p:cNvPr>
          <p:cNvSpPr/>
          <p:nvPr/>
        </p:nvSpPr>
        <p:spPr>
          <a:xfrm>
            <a:off x="381000" y="2933700"/>
            <a:ext cx="1783080" cy="804672"/>
          </a:xfrm>
          <a:prstGeom prst="rect">
            <a:avLst/>
          </a:prstGeom>
          <a:solidFill>
            <a:srgbClr val="012018"/>
          </a:solidFill>
          <a:ln w="15240">
            <a:solidFill>
              <a:srgbClr val="00B860"/>
            </a:solidFill>
            <a:prstDash val="solid"/>
          </a:ln>
          <a:effectLst>
            <a:glow rad="76200">
              <a:srgbClr val="00CC88">
                <a:alpha val="45000"/>
              </a:srgbClr>
            </a:glow>
          </a:effectLst>
        </p:spPr>
        <p:txBody>
          <a:bodyPr/>
          <a:lstStyle/>
          <a:p>
            <a:endParaRPr lang="en-US"/>
          </a:p>
        </p:txBody>
      </p:sp>
      <p:sp>
        <p:nvSpPr>
          <p:cNvPr id="100" name="Text 44">
            <a:extLst>
              <a:ext uri="{FF2B5EF4-FFF2-40B4-BE49-F238E27FC236}">
                <a16:creationId xmlns:a16="http://schemas.microsoft.com/office/drawing/2014/main" id="{ACBDA891-9684-D62A-D4BB-CC1225BD9EDF}"/>
              </a:ext>
            </a:extLst>
          </p:cNvPr>
          <p:cNvSpPr/>
          <p:nvPr/>
        </p:nvSpPr>
        <p:spPr>
          <a:xfrm>
            <a:off x="381000" y="2933700"/>
            <a:ext cx="1783080" cy="450616"/>
          </a:xfrm>
          <a:prstGeom prst="rect">
            <a:avLst/>
          </a:prstGeom>
          <a:noFill/>
          <a:ln/>
          <a:effectLst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POLICY</a:t>
            </a:r>
            <a:endParaRPr lang="en-US" sz="900" dirty="0"/>
          </a:p>
        </p:txBody>
      </p:sp>
      <p:sp>
        <p:nvSpPr>
          <p:cNvPr id="101" name="Text 45">
            <a:extLst>
              <a:ext uri="{FF2B5EF4-FFF2-40B4-BE49-F238E27FC236}">
                <a16:creationId xmlns:a16="http://schemas.microsoft.com/office/drawing/2014/main" id="{F5F16BF4-25C8-7CF3-5684-7487FD00812D}"/>
              </a:ext>
            </a:extLst>
          </p:cNvPr>
          <p:cNvSpPr/>
          <p:nvPr/>
        </p:nvSpPr>
        <p:spPr>
          <a:xfrm>
            <a:off x="381000" y="3352129"/>
            <a:ext cx="1783080" cy="386243"/>
          </a:xfrm>
          <a:prstGeom prst="rect">
            <a:avLst/>
          </a:prstGeom>
          <a:noFill/>
          <a:ln/>
          <a:effectLst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00" i="1" dirty="0">
                <a:solidFill>
                  <a:srgbClr val="6688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Engine</a:t>
            </a:r>
            <a:endParaRPr lang="en-US" sz="700" dirty="0"/>
          </a:p>
        </p:txBody>
      </p:sp>
      <p:sp>
        <p:nvSpPr>
          <p:cNvPr id="102" name="Text 65">
            <a:extLst>
              <a:ext uri="{FF2B5EF4-FFF2-40B4-BE49-F238E27FC236}">
                <a16:creationId xmlns:a16="http://schemas.microsoft.com/office/drawing/2014/main" id="{DA63A7FA-B856-BF24-95A9-D353656CF584}"/>
              </a:ext>
            </a:extLst>
          </p:cNvPr>
          <p:cNvSpPr/>
          <p:nvPr/>
        </p:nvSpPr>
        <p:spPr>
          <a:xfrm>
            <a:off x="2004294" y="2452878"/>
            <a:ext cx="868680" cy="237744"/>
          </a:xfrm>
          <a:prstGeom prst="rect">
            <a:avLst/>
          </a:prstGeom>
          <a:solidFill>
            <a:srgbClr val="041020"/>
          </a:solidFill>
          <a:ln w="8890">
            <a:solidFill>
              <a:srgbClr val="FF2244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22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Auth_fail</a:t>
            </a:r>
            <a:endParaRPr lang="en-US" sz="750" dirty="0"/>
          </a:p>
        </p:txBody>
      </p:sp>
      <p:sp>
        <p:nvSpPr>
          <p:cNvPr id="103" name="Shape 64">
            <a:extLst>
              <a:ext uri="{FF2B5EF4-FFF2-40B4-BE49-F238E27FC236}">
                <a16:creationId xmlns:a16="http://schemas.microsoft.com/office/drawing/2014/main" id="{49C9F24D-FD34-0B5F-51D2-990B54339406}"/>
              </a:ext>
            </a:extLst>
          </p:cNvPr>
          <p:cNvSpPr/>
          <p:nvPr/>
        </p:nvSpPr>
        <p:spPr>
          <a:xfrm flipH="1">
            <a:off x="2191892" y="2363644"/>
            <a:ext cx="1224154" cy="904281"/>
          </a:xfrm>
          <a:prstGeom prst="line">
            <a:avLst/>
          </a:prstGeom>
          <a:noFill/>
          <a:ln w="25400">
            <a:solidFill>
              <a:srgbClr val="FF2244">
                <a:alpha val="95000"/>
              </a:srgbClr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08" name="Shape 46">
            <a:extLst>
              <a:ext uri="{FF2B5EF4-FFF2-40B4-BE49-F238E27FC236}">
                <a16:creationId xmlns:a16="http://schemas.microsoft.com/office/drawing/2014/main" id="{89F538C7-92B4-D70E-3ABD-F0E43DEE319C}"/>
              </a:ext>
            </a:extLst>
          </p:cNvPr>
          <p:cNvSpPr/>
          <p:nvPr/>
        </p:nvSpPr>
        <p:spPr>
          <a:xfrm>
            <a:off x="3675886" y="2919048"/>
            <a:ext cx="1975104" cy="804672"/>
          </a:xfrm>
          <a:prstGeom prst="rect">
            <a:avLst/>
          </a:prstGeom>
          <a:solidFill>
            <a:srgbClr val="251000"/>
          </a:solidFill>
          <a:ln w="15240">
            <a:solidFill>
              <a:srgbClr val="CC6600"/>
            </a:solidFill>
            <a:prstDash val="soli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09" name="Text 47">
            <a:extLst>
              <a:ext uri="{FF2B5EF4-FFF2-40B4-BE49-F238E27FC236}">
                <a16:creationId xmlns:a16="http://schemas.microsoft.com/office/drawing/2014/main" id="{61B65934-7D81-33BE-68F8-60A8E7E009E6}"/>
              </a:ext>
            </a:extLst>
          </p:cNvPr>
          <p:cNvSpPr/>
          <p:nvPr/>
        </p:nvSpPr>
        <p:spPr>
          <a:xfrm>
            <a:off x="3675886" y="2919048"/>
            <a:ext cx="1975104" cy="450616"/>
          </a:xfrm>
          <a:prstGeom prst="rect">
            <a:avLst/>
          </a:prstGeom>
          <a:noFill/>
          <a:ln/>
          <a:effectLst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RETRY</a:t>
            </a:r>
            <a:endParaRPr lang="en-US" sz="900" dirty="0"/>
          </a:p>
        </p:txBody>
      </p:sp>
      <p:sp>
        <p:nvSpPr>
          <p:cNvPr id="110" name="Text 48">
            <a:extLst>
              <a:ext uri="{FF2B5EF4-FFF2-40B4-BE49-F238E27FC236}">
                <a16:creationId xmlns:a16="http://schemas.microsoft.com/office/drawing/2014/main" id="{5C6F07D8-ECC0-E313-C6A4-66F5365F2B04}"/>
              </a:ext>
            </a:extLst>
          </p:cNvPr>
          <p:cNvSpPr/>
          <p:nvPr/>
        </p:nvSpPr>
        <p:spPr>
          <a:xfrm>
            <a:off x="3675886" y="3337477"/>
            <a:ext cx="1975104" cy="386243"/>
          </a:xfrm>
          <a:prstGeom prst="rect">
            <a:avLst/>
          </a:prstGeom>
          <a:noFill/>
          <a:ln/>
          <a:effectLst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00" i="1" dirty="0">
                <a:solidFill>
                  <a:srgbClr val="6688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Counter</a:t>
            </a:r>
            <a:endParaRPr lang="en-US" sz="700" dirty="0"/>
          </a:p>
        </p:txBody>
      </p:sp>
      <p:sp>
        <p:nvSpPr>
          <p:cNvPr id="113" name="Shape 49">
            <a:extLst>
              <a:ext uri="{FF2B5EF4-FFF2-40B4-BE49-F238E27FC236}">
                <a16:creationId xmlns:a16="http://schemas.microsoft.com/office/drawing/2014/main" id="{27D1ADEF-39CB-E762-73E1-878D5C50DCD9}"/>
              </a:ext>
            </a:extLst>
          </p:cNvPr>
          <p:cNvSpPr/>
          <p:nvPr/>
        </p:nvSpPr>
        <p:spPr>
          <a:xfrm>
            <a:off x="6748272" y="2834640"/>
            <a:ext cx="1828800" cy="804672"/>
          </a:xfrm>
          <a:prstGeom prst="rect">
            <a:avLst/>
          </a:prstGeom>
          <a:solidFill>
            <a:srgbClr val="250000"/>
          </a:solidFill>
          <a:ln w="15240">
            <a:solidFill>
              <a:srgbClr val="CC1122"/>
            </a:solidFill>
            <a:prstDash val="soli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14" name="Text 50">
            <a:extLst>
              <a:ext uri="{FF2B5EF4-FFF2-40B4-BE49-F238E27FC236}">
                <a16:creationId xmlns:a16="http://schemas.microsoft.com/office/drawing/2014/main" id="{1375DD09-A3AF-BCD5-A38E-C78A283AE782}"/>
              </a:ext>
            </a:extLst>
          </p:cNvPr>
          <p:cNvSpPr/>
          <p:nvPr/>
        </p:nvSpPr>
        <p:spPr>
          <a:xfrm>
            <a:off x="6748272" y="2834640"/>
            <a:ext cx="1828800" cy="450616"/>
          </a:xfrm>
          <a:prstGeom prst="rect">
            <a:avLst/>
          </a:prstGeom>
          <a:noFill/>
          <a:ln/>
          <a:effectLst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LOCKDOWN</a:t>
            </a:r>
            <a:endParaRPr lang="en-US" sz="900" dirty="0"/>
          </a:p>
        </p:txBody>
      </p:sp>
      <p:sp>
        <p:nvSpPr>
          <p:cNvPr id="115" name="Text 51">
            <a:extLst>
              <a:ext uri="{FF2B5EF4-FFF2-40B4-BE49-F238E27FC236}">
                <a16:creationId xmlns:a16="http://schemas.microsoft.com/office/drawing/2014/main" id="{C8DDD5AF-2BBC-970F-6897-36FAAFF40349}"/>
              </a:ext>
            </a:extLst>
          </p:cNvPr>
          <p:cNvSpPr/>
          <p:nvPr/>
        </p:nvSpPr>
        <p:spPr>
          <a:xfrm>
            <a:off x="6748272" y="3253069"/>
            <a:ext cx="1828800" cy="386243"/>
          </a:xfrm>
          <a:prstGeom prst="rect">
            <a:avLst/>
          </a:prstGeom>
          <a:noFill/>
          <a:ln/>
          <a:effectLst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00" i="1" dirty="0">
                <a:solidFill>
                  <a:srgbClr val="6688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Control</a:t>
            </a:r>
            <a:endParaRPr lang="en-US" sz="700" dirty="0"/>
          </a:p>
        </p:txBody>
      </p:sp>
    </p:spTree>
    <p:extLst>
      <p:ext uri="{BB962C8B-B14F-4D97-AF65-F5344CB8AC3E}">
        <p14:creationId xmlns:p14="http://schemas.microsoft.com/office/powerpoint/2010/main" val="275067590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med" p14:dur="700">
        <p159:morph option="byObject"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4102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100D5C2-BE62-5235-3A88-CEDE3EE472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63611FC9-FE85-9CDD-30BA-60CE6DCF10C7}"/>
              </a:ext>
            </a:extLst>
          </p:cNvPr>
          <p:cNvSpPr/>
          <p:nvPr/>
        </p:nvSpPr>
        <p:spPr>
          <a:xfrm>
            <a:off x="0" y="0"/>
            <a:ext cx="4572" cy="5143500"/>
          </a:xfrm>
          <a:prstGeom prst="rect">
            <a:avLst/>
          </a:prstGeom>
          <a:solidFill>
            <a:srgbClr val="0A2040"/>
          </a:solidFill>
          <a:ln w="3810">
            <a:solidFill>
              <a:srgbClr val="0A20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9D198D1E-B1B4-0B9F-2100-817F1F9E791A}"/>
              </a:ext>
            </a:extLst>
          </p:cNvPr>
          <p:cNvSpPr/>
          <p:nvPr/>
        </p:nvSpPr>
        <p:spPr>
          <a:xfrm>
            <a:off x="914400" y="0"/>
            <a:ext cx="4572" cy="5143500"/>
          </a:xfrm>
          <a:prstGeom prst="rect">
            <a:avLst/>
          </a:prstGeom>
          <a:solidFill>
            <a:srgbClr val="0A2040"/>
          </a:solidFill>
          <a:ln w="3810">
            <a:solidFill>
              <a:srgbClr val="0A20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90AB0DAF-C3D4-8922-D305-3FB839A1B389}"/>
              </a:ext>
            </a:extLst>
          </p:cNvPr>
          <p:cNvSpPr/>
          <p:nvPr/>
        </p:nvSpPr>
        <p:spPr>
          <a:xfrm>
            <a:off x="1828800" y="0"/>
            <a:ext cx="4572" cy="5143500"/>
          </a:xfrm>
          <a:prstGeom prst="rect">
            <a:avLst/>
          </a:prstGeom>
          <a:solidFill>
            <a:srgbClr val="0A2040"/>
          </a:solidFill>
          <a:ln w="3810">
            <a:solidFill>
              <a:srgbClr val="0A20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1E48133E-4C68-F3B5-824F-EBB4467A16D5}"/>
              </a:ext>
            </a:extLst>
          </p:cNvPr>
          <p:cNvSpPr/>
          <p:nvPr/>
        </p:nvSpPr>
        <p:spPr>
          <a:xfrm>
            <a:off x="2743200" y="0"/>
            <a:ext cx="4572" cy="5143500"/>
          </a:xfrm>
          <a:prstGeom prst="rect">
            <a:avLst/>
          </a:prstGeom>
          <a:solidFill>
            <a:srgbClr val="0A2040"/>
          </a:solidFill>
          <a:ln w="3810">
            <a:solidFill>
              <a:srgbClr val="0A20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396B7588-8325-0FA1-4605-91ACE95A829E}"/>
              </a:ext>
            </a:extLst>
          </p:cNvPr>
          <p:cNvSpPr/>
          <p:nvPr/>
        </p:nvSpPr>
        <p:spPr>
          <a:xfrm>
            <a:off x="3657600" y="0"/>
            <a:ext cx="4572" cy="5143500"/>
          </a:xfrm>
          <a:prstGeom prst="rect">
            <a:avLst/>
          </a:prstGeom>
          <a:solidFill>
            <a:srgbClr val="0A2040"/>
          </a:solidFill>
          <a:ln w="3810">
            <a:solidFill>
              <a:srgbClr val="0A20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F9294A6C-338A-0DFC-F0ED-C15E9DCAE3C7}"/>
              </a:ext>
            </a:extLst>
          </p:cNvPr>
          <p:cNvSpPr/>
          <p:nvPr/>
        </p:nvSpPr>
        <p:spPr>
          <a:xfrm>
            <a:off x="4572000" y="0"/>
            <a:ext cx="4572" cy="5143500"/>
          </a:xfrm>
          <a:prstGeom prst="rect">
            <a:avLst/>
          </a:prstGeom>
          <a:solidFill>
            <a:srgbClr val="0A2040"/>
          </a:solidFill>
          <a:ln w="3810">
            <a:solidFill>
              <a:srgbClr val="0A20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B801617D-3FCE-E075-E6F6-110FE73C1509}"/>
              </a:ext>
            </a:extLst>
          </p:cNvPr>
          <p:cNvSpPr/>
          <p:nvPr/>
        </p:nvSpPr>
        <p:spPr>
          <a:xfrm>
            <a:off x="5486400" y="0"/>
            <a:ext cx="4572" cy="5143500"/>
          </a:xfrm>
          <a:prstGeom prst="rect">
            <a:avLst/>
          </a:prstGeom>
          <a:solidFill>
            <a:srgbClr val="0A2040"/>
          </a:solidFill>
          <a:ln w="3810">
            <a:solidFill>
              <a:srgbClr val="0A20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1D415A64-F730-9B0F-CA57-9A1E5AD59046}"/>
              </a:ext>
            </a:extLst>
          </p:cNvPr>
          <p:cNvSpPr/>
          <p:nvPr/>
        </p:nvSpPr>
        <p:spPr>
          <a:xfrm>
            <a:off x="6400800" y="0"/>
            <a:ext cx="4572" cy="5143500"/>
          </a:xfrm>
          <a:prstGeom prst="rect">
            <a:avLst/>
          </a:prstGeom>
          <a:solidFill>
            <a:srgbClr val="0A2040"/>
          </a:solidFill>
          <a:ln w="3810">
            <a:solidFill>
              <a:srgbClr val="0A20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EE79CFB3-6B17-FB61-4DFE-4E76C6A3FB4F}"/>
              </a:ext>
            </a:extLst>
          </p:cNvPr>
          <p:cNvSpPr/>
          <p:nvPr/>
        </p:nvSpPr>
        <p:spPr>
          <a:xfrm>
            <a:off x="7315200" y="0"/>
            <a:ext cx="4572" cy="5143500"/>
          </a:xfrm>
          <a:prstGeom prst="rect">
            <a:avLst/>
          </a:prstGeom>
          <a:solidFill>
            <a:srgbClr val="0A2040"/>
          </a:solidFill>
          <a:ln w="3810">
            <a:solidFill>
              <a:srgbClr val="0A20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2A82A10E-06E5-393C-0D17-10E43B242607}"/>
              </a:ext>
            </a:extLst>
          </p:cNvPr>
          <p:cNvSpPr/>
          <p:nvPr/>
        </p:nvSpPr>
        <p:spPr>
          <a:xfrm>
            <a:off x="8229600" y="0"/>
            <a:ext cx="4572" cy="5143500"/>
          </a:xfrm>
          <a:prstGeom prst="rect">
            <a:avLst/>
          </a:prstGeom>
          <a:solidFill>
            <a:srgbClr val="0A2040"/>
          </a:solidFill>
          <a:ln w="3810">
            <a:solidFill>
              <a:srgbClr val="0A20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429423DC-E502-EDE8-0FB5-CCB4EBE8EFBE}"/>
              </a:ext>
            </a:extLst>
          </p:cNvPr>
          <p:cNvSpPr/>
          <p:nvPr/>
        </p:nvSpPr>
        <p:spPr>
          <a:xfrm>
            <a:off x="9144000" y="0"/>
            <a:ext cx="4572" cy="5143500"/>
          </a:xfrm>
          <a:prstGeom prst="rect">
            <a:avLst/>
          </a:prstGeom>
          <a:solidFill>
            <a:srgbClr val="0A2040"/>
          </a:solidFill>
          <a:ln w="3810">
            <a:solidFill>
              <a:srgbClr val="0A20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9A74801C-8E53-C126-5B21-7956D460DDDA}"/>
              </a:ext>
            </a:extLst>
          </p:cNvPr>
          <p:cNvSpPr/>
          <p:nvPr/>
        </p:nvSpPr>
        <p:spPr>
          <a:xfrm>
            <a:off x="0" y="0"/>
            <a:ext cx="9144000" cy="4572"/>
          </a:xfrm>
          <a:prstGeom prst="rect">
            <a:avLst/>
          </a:prstGeom>
          <a:solidFill>
            <a:srgbClr val="0A2040"/>
          </a:solidFill>
          <a:ln w="3810">
            <a:solidFill>
              <a:srgbClr val="0A20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2255FDB3-B5A1-A631-9B2A-B1040CF98D05}"/>
              </a:ext>
            </a:extLst>
          </p:cNvPr>
          <p:cNvSpPr/>
          <p:nvPr/>
        </p:nvSpPr>
        <p:spPr>
          <a:xfrm>
            <a:off x="0" y="822960"/>
            <a:ext cx="9144000" cy="4572"/>
          </a:xfrm>
          <a:prstGeom prst="rect">
            <a:avLst/>
          </a:prstGeom>
          <a:solidFill>
            <a:srgbClr val="0A2040"/>
          </a:solidFill>
          <a:ln w="3810">
            <a:solidFill>
              <a:srgbClr val="0A20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>
            <a:extLst>
              <a:ext uri="{FF2B5EF4-FFF2-40B4-BE49-F238E27FC236}">
                <a16:creationId xmlns:a16="http://schemas.microsoft.com/office/drawing/2014/main" id="{A0B23F52-EDBE-9455-570D-B554335172B1}"/>
              </a:ext>
            </a:extLst>
          </p:cNvPr>
          <p:cNvSpPr/>
          <p:nvPr/>
        </p:nvSpPr>
        <p:spPr>
          <a:xfrm>
            <a:off x="0" y="1645920"/>
            <a:ext cx="9144000" cy="4572"/>
          </a:xfrm>
          <a:prstGeom prst="rect">
            <a:avLst/>
          </a:prstGeom>
          <a:solidFill>
            <a:srgbClr val="0A2040"/>
          </a:solidFill>
          <a:ln w="3810">
            <a:solidFill>
              <a:srgbClr val="0A20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>
            <a:extLst>
              <a:ext uri="{FF2B5EF4-FFF2-40B4-BE49-F238E27FC236}">
                <a16:creationId xmlns:a16="http://schemas.microsoft.com/office/drawing/2014/main" id="{D7520E2D-DDD0-1F80-D344-7C13ABC4D595}"/>
              </a:ext>
            </a:extLst>
          </p:cNvPr>
          <p:cNvSpPr/>
          <p:nvPr/>
        </p:nvSpPr>
        <p:spPr>
          <a:xfrm>
            <a:off x="0" y="2468880"/>
            <a:ext cx="9144000" cy="4572"/>
          </a:xfrm>
          <a:prstGeom prst="rect">
            <a:avLst/>
          </a:prstGeom>
          <a:solidFill>
            <a:srgbClr val="0A2040"/>
          </a:solidFill>
          <a:ln w="3810">
            <a:solidFill>
              <a:srgbClr val="0A20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>
            <a:extLst>
              <a:ext uri="{FF2B5EF4-FFF2-40B4-BE49-F238E27FC236}">
                <a16:creationId xmlns:a16="http://schemas.microsoft.com/office/drawing/2014/main" id="{BD7F5A04-75AE-DDFA-65B0-21AEF97F2538}"/>
              </a:ext>
            </a:extLst>
          </p:cNvPr>
          <p:cNvSpPr/>
          <p:nvPr/>
        </p:nvSpPr>
        <p:spPr>
          <a:xfrm>
            <a:off x="0" y="3291840"/>
            <a:ext cx="9144000" cy="4572"/>
          </a:xfrm>
          <a:prstGeom prst="rect">
            <a:avLst/>
          </a:prstGeom>
          <a:solidFill>
            <a:srgbClr val="0A2040"/>
          </a:solidFill>
          <a:ln w="3810">
            <a:solidFill>
              <a:srgbClr val="0A20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>
            <a:extLst>
              <a:ext uri="{FF2B5EF4-FFF2-40B4-BE49-F238E27FC236}">
                <a16:creationId xmlns:a16="http://schemas.microsoft.com/office/drawing/2014/main" id="{67715B96-3B6E-F64B-4695-C08B542E6A68}"/>
              </a:ext>
            </a:extLst>
          </p:cNvPr>
          <p:cNvSpPr/>
          <p:nvPr/>
        </p:nvSpPr>
        <p:spPr>
          <a:xfrm>
            <a:off x="0" y="4114800"/>
            <a:ext cx="9144000" cy="4572"/>
          </a:xfrm>
          <a:prstGeom prst="rect">
            <a:avLst/>
          </a:prstGeom>
          <a:solidFill>
            <a:srgbClr val="0A2040"/>
          </a:solidFill>
          <a:ln w="3810">
            <a:solidFill>
              <a:srgbClr val="0A20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>
            <a:extLst>
              <a:ext uri="{FF2B5EF4-FFF2-40B4-BE49-F238E27FC236}">
                <a16:creationId xmlns:a16="http://schemas.microsoft.com/office/drawing/2014/main" id="{29D25738-0D3C-647A-D86E-62A21CA99834}"/>
              </a:ext>
            </a:extLst>
          </p:cNvPr>
          <p:cNvSpPr/>
          <p:nvPr/>
        </p:nvSpPr>
        <p:spPr>
          <a:xfrm>
            <a:off x="0" y="4937760"/>
            <a:ext cx="9144000" cy="4572"/>
          </a:xfrm>
          <a:prstGeom prst="rect">
            <a:avLst/>
          </a:prstGeom>
          <a:solidFill>
            <a:srgbClr val="0A2040"/>
          </a:solidFill>
          <a:ln w="3810">
            <a:solidFill>
              <a:srgbClr val="0A20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>
            <a:extLst>
              <a:ext uri="{FF2B5EF4-FFF2-40B4-BE49-F238E27FC236}">
                <a16:creationId xmlns:a16="http://schemas.microsoft.com/office/drawing/2014/main" id="{B80DE129-6BC2-246D-EC3E-D8CCB0E115A1}"/>
              </a:ext>
            </a:extLst>
          </p:cNvPr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1" name="Shape 19">
            <a:extLst>
              <a:ext uri="{FF2B5EF4-FFF2-40B4-BE49-F238E27FC236}">
                <a16:creationId xmlns:a16="http://schemas.microsoft.com/office/drawing/2014/main" id="{A3114D13-A3B2-C43A-197C-74502C152A10}"/>
              </a:ext>
            </a:extLst>
          </p:cNvPr>
          <p:cNvSpPr/>
          <p:nvPr/>
        </p:nvSpPr>
        <p:spPr>
          <a:xfrm>
            <a:off x="0" y="5093208"/>
            <a:ext cx="9144000" cy="50292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2" name="Shape 20">
            <a:extLst>
              <a:ext uri="{FF2B5EF4-FFF2-40B4-BE49-F238E27FC236}">
                <a16:creationId xmlns:a16="http://schemas.microsoft.com/office/drawing/2014/main" id="{272D5DFE-6E2D-CF9E-23E8-4FA4FD8C68C5}"/>
              </a:ext>
            </a:extLst>
          </p:cNvPr>
          <p:cNvSpPr/>
          <p:nvPr/>
        </p:nvSpPr>
        <p:spPr>
          <a:xfrm>
            <a:off x="73152" y="64008"/>
            <a:ext cx="274320" cy="36576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3" name="Shape 21">
            <a:extLst>
              <a:ext uri="{FF2B5EF4-FFF2-40B4-BE49-F238E27FC236}">
                <a16:creationId xmlns:a16="http://schemas.microsoft.com/office/drawing/2014/main" id="{2D37BDB5-BB4A-6770-8DBD-37AE31DD0EE0}"/>
              </a:ext>
            </a:extLst>
          </p:cNvPr>
          <p:cNvSpPr/>
          <p:nvPr/>
        </p:nvSpPr>
        <p:spPr>
          <a:xfrm>
            <a:off x="73152" y="64008"/>
            <a:ext cx="36576" cy="22860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4" name="Shape 22">
            <a:extLst>
              <a:ext uri="{FF2B5EF4-FFF2-40B4-BE49-F238E27FC236}">
                <a16:creationId xmlns:a16="http://schemas.microsoft.com/office/drawing/2014/main" id="{F978B713-3396-2D8E-CCEB-9E6480312DE9}"/>
              </a:ext>
            </a:extLst>
          </p:cNvPr>
          <p:cNvSpPr/>
          <p:nvPr/>
        </p:nvSpPr>
        <p:spPr>
          <a:xfrm>
            <a:off x="8796528" y="64008"/>
            <a:ext cx="274320" cy="36576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5" name="Shape 23">
            <a:extLst>
              <a:ext uri="{FF2B5EF4-FFF2-40B4-BE49-F238E27FC236}">
                <a16:creationId xmlns:a16="http://schemas.microsoft.com/office/drawing/2014/main" id="{80C336E7-7400-E473-44C3-4D6400D45ECA}"/>
              </a:ext>
            </a:extLst>
          </p:cNvPr>
          <p:cNvSpPr/>
          <p:nvPr/>
        </p:nvSpPr>
        <p:spPr>
          <a:xfrm>
            <a:off x="9034272" y="64008"/>
            <a:ext cx="36576" cy="22860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6" name="Shape 24">
            <a:extLst>
              <a:ext uri="{FF2B5EF4-FFF2-40B4-BE49-F238E27FC236}">
                <a16:creationId xmlns:a16="http://schemas.microsoft.com/office/drawing/2014/main" id="{E86DAAEE-A1F1-BBE3-23D3-B601766209B3}"/>
              </a:ext>
            </a:extLst>
          </p:cNvPr>
          <p:cNvSpPr/>
          <p:nvPr/>
        </p:nvSpPr>
        <p:spPr>
          <a:xfrm>
            <a:off x="73152" y="5042916"/>
            <a:ext cx="274320" cy="36576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7" name="Shape 25">
            <a:extLst>
              <a:ext uri="{FF2B5EF4-FFF2-40B4-BE49-F238E27FC236}">
                <a16:creationId xmlns:a16="http://schemas.microsoft.com/office/drawing/2014/main" id="{3E19356A-91E6-3618-2700-1A2EA64B5A38}"/>
              </a:ext>
            </a:extLst>
          </p:cNvPr>
          <p:cNvSpPr/>
          <p:nvPr/>
        </p:nvSpPr>
        <p:spPr>
          <a:xfrm>
            <a:off x="73152" y="4850892"/>
            <a:ext cx="36576" cy="22860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8" name="Shape 26">
            <a:extLst>
              <a:ext uri="{FF2B5EF4-FFF2-40B4-BE49-F238E27FC236}">
                <a16:creationId xmlns:a16="http://schemas.microsoft.com/office/drawing/2014/main" id="{4E4C9A15-5CC4-6AD2-00FE-E12B70C05FB6}"/>
              </a:ext>
            </a:extLst>
          </p:cNvPr>
          <p:cNvSpPr/>
          <p:nvPr/>
        </p:nvSpPr>
        <p:spPr>
          <a:xfrm>
            <a:off x="8796528" y="5042916"/>
            <a:ext cx="274320" cy="36576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9" name="Shape 27">
            <a:extLst>
              <a:ext uri="{FF2B5EF4-FFF2-40B4-BE49-F238E27FC236}">
                <a16:creationId xmlns:a16="http://schemas.microsoft.com/office/drawing/2014/main" id="{6AEAEEF4-83EB-5ED1-5ECB-67E816DD9735}"/>
              </a:ext>
            </a:extLst>
          </p:cNvPr>
          <p:cNvSpPr/>
          <p:nvPr/>
        </p:nvSpPr>
        <p:spPr>
          <a:xfrm>
            <a:off x="9034272" y="4850892"/>
            <a:ext cx="36576" cy="22860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30" name="Shape 28">
            <a:extLst>
              <a:ext uri="{FF2B5EF4-FFF2-40B4-BE49-F238E27FC236}">
                <a16:creationId xmlns:a16="http://schemas.microsoft.com/office/drawing/2014/main" id="{AE2680B7-4910-6DB6-F03A-9578653D9028}"/>
              </a:ext>
            </a:extLst>
          </p:cNvPr>
          <p:cNvSpPr/>
          <p:nvPr/>
        </p:nvSpPr>
        <p:spPr>
          <a:xfrm>
            <a:off x="182880" y="109728"/>
            <a:ext cx="960120" cy="475488"/>
          </a:xfrm>
          <a:prstGeom prst="ellipse">
            <a:avLst/>
          </a:prstGeom>
          <a:solidFill>
            <a:srgbClr val="1C0E00"/>
          </a:solidFill>
          <a:ln w="17780">
            <a:solidFill>
              <a:srgbClr val="FF9500"/>
            </a:solidFill>
            <a:prstDash val="soli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31" name="Text 29">
            <a:extLst>
              <a:ext uri="{FF2B5EF4-FFF2-40B4-BE49-F238E27FC236}">
                <a16:creationId xmlns:a16="http://schemas.microsoft.com/office/drawing/2014/main" id="{DA80AB48-8132-E280-B516-488397286BF7}"/>
              </a:ext>
            </a:extLst>
          </p:cNvPr>
          <p:cNvSpPr/>
          <p:nvPr/>
        </p:nvSpPr>
        <p:spPr>
          <a:xfrm>
            <a:off x="182880" y="109728"/>
            <a:ext cx="960120" cy="475488"/>
          </a:xfrm>
          <a:prstGeom prst="rect">
            <a:avLst/>
          </a:prstGeom>
          <a:noFill/>
          <a:ln/>
          <a:effectLst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95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POWER</a:t>
            </a:r>
            <a:endParaRPr lang="en-US" sz="800" dirty="0"/>
          </a:p>
          <a:p>
            <a:pPr marL="0" indent="0" algn="ctr">
              <a:buNone/>
            </a:pPr>
            <a:r>
              <a:rPr lang="en-US" sz="800" b="1" dirty="0">
                <a:solidFill>
                  <a:srgbClr val="FF95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</a:t>
            </a:r>
            <a:endParaRPr lang="en-US" sz="800" dirty="0"/>
          </a:p>
        </p:txBody>
      </p:sp>
      <p:sp>
        <p:nvSpPr>
          <p:cNvPr id="39" name="Text 37">
            <a:extLst>
              <a:ext uri="{FF2B5EF4-FFF2-40B4-BE49-F238E27FC236}">
                <a16:creationId xmlns:a16="http://schemas.microsoft.com/office/drawing/2014/main" id="{7B4A546A-176E-758F-F7A1-F9F7516A5DC5}"/>
              </a:ext>
            </a:extLst>
          </p:cNvPr>
          <p:cNvSpPr/>
          <p:nvPr/>
        </p:nvSpPr>
        <p:spPr>
          <a:xfrm>
            <a:off x="256032" y="786384"/>
            <a:ext cx="2011680" cy="256032"/>
          </a:xfrm>
          <a:prstGeom prst="rect">
            <a:avLst/>
          </a:prstGeom>
          <a:noFill/>
          <a:ln/>
          <a:effectLst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b="1" kern="0" spc="300" dirty="0">
                <a:solidFill>
                  <a:srgbClr val="6688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TOP MODULE</a:t>
            </a:r>
            <a:endParaRPr lang="en-US" sz="750" dirty="0"/>
          </a:p>
        </p:txBody>
      </p:sp>
      <p:sp>
        <p:nvSpPr>
          <p:cNvPr id="40" name="Shape 38">
            <a:extLst>
              <a:ext uri="{FF2B5EF4-FFF2-40B4-BE49-F238E27FC236}">
                <a16:creationId xmlns:a16="http://schemas.microsoft.com/office/drawing/2014/main" id="{8FAC499F-1436-9DB9-FE39-E119DD557030}"/>
              </a:ext>
            </a:extLst>
          </p:cNvPr>
          <p:cNvSpPr/>
          <p:nvPr/>
        </p:nvSpPr>
        <p:spPr>
          <a:xfrm>
            <a:off x="411480" y="896112"/>
            <a:ext cx="1783080" cy="804672"/>
          </a:xfrm>
          <a:prstGeom prst="rect">
            <a:avLst/>
          </a:prstGeom>
          <a:solidFill>
            <a:srgbClr val="0B2850"/>
          </a:solidFill>
          <a:ln w="15240">
            <a:solidFill>
              <a:srgbClr val="2B7AE0"/>
            </a:solidFill>
            <a:prstDash val="soli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41" name="Text 39">
            <a:extLst>
              <a:ext uri="{FF2B5EF4-FFF2-40B4-BE49-F238E27FC236}">
                <a16:creationId xmlns:a16="http://schemas.microsoft.com/office/drawing/2014/main" id="{AAA4F0EE-B7D0-2F95-56F6-023F7C0D4CA5}"/>
              </a:ext>
            </a:extLst>
          </p:cNvPr>
          <p:cNvSpPr/>
          <p:nvPr/>
        </p:nvSpPr>
        <p:spPr>
          <a:xfrm>
            <a:off x="411480" y="896112"/>
            <a:ext cx="1783080" cy="450616"/>
          </a:xfrm>
          <a:prstGeom prst="rect">
            <a:avLst/>
          </a:prstGeom>
          <a:noFill/>
          <a:ln/>
          <a:effectLst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BOOT FSM</a:t>
            </a:r>
            <a:endParaRPr lang="en-US" sz="900" dirty="0"/>
          </a:p>
        </p:txBody>
      </p:sp>
      <p:sp>
        <p:nvSpPr>
          <p:cNvPr id="42" name="Text 40">
            <a:extLst>
              <a:ext uri="{FF2B5EF4-FFF2-40B4-BE49-F238E27FC236}">
                <a16:creationId xmlns:a16="http://schemas.microsoft.com/office/drawing/2014/main" id="{59006534-A31E-5AA1-8EEB-9761055ABA18}"/>
              </a:ext>
            </a:extLst>
          </p:cNvPr>
          <p:cNvSpPr/>
          <p:nvPr/>
        </p:nvSpPr>
        <p:spPr>
          <a:xfrm>
            <a:off x="411480" y="1314541"/>
            <a:ext cx="1783080" cy="386243"/>
          </a:xfrm>
          <a:prstGeom prst="rect">
            <a:avLst/>
          </a:prstGeom>
          <a:noFill/>
          <a:ln/>
          <a:effectLst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00" i="1" dirty="0">
                <a:solidFill>
                  <a:srgbClr val="6688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Controller</a:t>
            </a:r>
            <a:endParaRPr lang="en-US" sz="700" dirty="0"/>
          </a:p>
        </p:txBody>
      </p:sp>
      <p:sp>
        <p:nvSpPr>
          <p:cNvPr id="38" name="Shape 54">
            <a:extLst>
              <a:ext uri="{FF2B5EF4-FFF2-40B4-BE49-F238E27FC236}">
                <a16:creationId xmlns:a16="http://schemas.microsoft.com/office/drawing/2014/main" id="{CF938BFD-8CFE-5F91-6CAF-07AEBBBE44A2}"/>
              </a:ext>
            </a:extLst>
          </p:cNvPr>
          <p:cNvSpPr/>
          <p:nvPr/>
        </p:nvSpPr>
        <p:spPr>
          <a:xfrm>
            <a:off x="662940" y="585216"/>
            <a:ext cx="0" cy="281087"/>
          </a:xfrm>
          <a:prstGeom prst="line">
            <a:avLst/>
          </a:prstGeom>
          <a:noFill/>
          <a:ln w="22860">
            <a:solidFill>
              <a:srgbClr val="FF9500">
                <a:alpha val="95000"/>
              </a:srgbClr>
            </a:solidFill>
            <a:prstDash val="solid"/>
            <a:tailEnd type="triangle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60" name="Text 55">
            <a:extLst>
              <a:ext uri="{FF2B5EF4-FFF2-40B4-BE49-F238E27FC236}">
                <a16:creationId xmlns:a16="http://schemas.microsoft.com/office/drawing/2014/main" id="{BC6433F3-58AF-F35A-3EC6-86F83869E3FF}"/>
              </a:ext>
            </a:extLst>
          </p:cNvPr>
          <p:cNvSpPr/>
          <p:nvPr/>
        </p:nvSpPr>
        <p:spPr>
          <a:xfrm>
            <a:off x="961898" y="585216"/>
            <a:ext cx="1005840" cy="228600"/>
          </a:xfrm>
          <a:prstGeom prst="rect">
            <a:avLst/>
          </a:prstGeom>
          <a:solidFill>
            <a:srgbClr val="041020"/>
          </a:solidFill>
          <a:ln w="8890">
            <a:solidFill>
              <a:srgbClr val="FF9500"/>
            </a:solidFill>
          </a:ln>
          <a:effectLst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95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Boot request</a:t>
            </a:r>
            <a:endParaRPr lang="en-US" sz="750" dirty="0"/>
          </a:p>
        </p:txBody>
      </p:sp>
      <p:sp>
        <p:nvSpPr>
          <p:cNvPr id="55" name="Shape 52">
            <a:extLst>
              <a:ext uri="{FF2B5EF4-FFF2-40B4-BE49-F238E27FC236}">
                <a16:creationId xmlns:a16="http://schemas.microsoft.com/office/drawing/2014/main" id="{8542910A-3543-71F5-95B6-81ED16FFFB36}"/>
              </a:ext>
            </a:extLst>
          </p:cNvPr>
          <p:cNvSpPr/>
          <p:nvPr/>
        </p:nvSpPr>
        <p:spPr>
          <a:xfrm>
            <a:off x="2194560" y="4206240"/>
            <a:ext cx="4754880" cy="548640"/>
          </a:xfrm>
          <a:prstGeom prst="rect">
            <a:avLst/>
          </a:prstGeom>
          <a:solidFill>
            <a:srgbClr val="001E0E">
              <a:alpha val="90000"/>
            </a:srgbClr>
          </a:solidFill>
          <a:ln w="17780">
            <a:solidFill>
              <a:srgbClr val="00CC66"/>
            </a:solidFill>
            <a:prstDash val="soli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8" name="Text 53">
            <a:extLst>
              <a:ext uri="{FF2B5EF4-FFF2-40B4-BE49-F238E27FC236}">
                <a16:creationId xmlns:a16="http://schemas.microsoft.com/office/drawing/2014/main" id="{A17C161F-F016-47EE-E6A4-34C170A17765}"/>
              </a:ext>
            </a:extLst>
          </p:cNvPr>
          <p:cNvSpPr/>
          <p:nvPr/>
        </p:nvSpPr>
        <p:spPr>
          <a:xfrm>
            <a:off x="2194560" y="4206240"/>
            <a:ext cx="4754880" cy="548640"/>
          </a:xfrm>
          <a:prstGeom prst="rect">
            <a:avLst/>
          </a:prstGeom>
          <a:noFill/>
          <a:ln/>
          <a:effectLst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CC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DEVICE TO BE AUTHENTICATED</a:t>
            </a:r>
            <a:endParaRPr lang="en-US" sz="1000" dirty="0"/>
          </a:p>
        </p:txBody>
      </p:sp>
      <p:sp>
        <p:nvSpPr>
          <p:cNvPr id="79" name="Shape 41">
            <a:extLst>
              <a:ext uri="{FF2B5EF4-FFF2-40B4-BE49-F238E27FC236}">
                <a16:creationId xmlns:a16="http://schemas.microsoft.com/office/drawing/2014/main" id="{2E86782A-7806-78F7-37E4-8BCC0789A002}"/>
              </a:ext>
            </a:extLst>
          </p:cNvPr>
          <p:cNvSpPr/>
          <p:nvPr/>
        </p:nvSpPr>
        <p:spPr>
          <a:xfrm>
            <a:off x="3291840" y="1481328"/>
            <a:ext cx="2560320" cy="1115568"/>
          </a:xfrm>
          <a:prstGeom prst="ellipse">
            <a:avLst/>
          </a:prstGeom>
          <a:solidFill>
            <a:srgbClr val="280000"/>
          </a:solidFill>
          <a:ln w="19050">
            <a:solidFill>
              <a:srgbClr val="FF2244"/>
            </a:solidFill>
            <a:prstDash val="soli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80" name="Text 42">
            <a:extLst>
              <a:ext uri="{FF2B5EF4-FFF2-40B4-BE49-F238E27FC236}">
                <a16:creationId xmlns:a16="http://schemas.microsoft.com/office/drawing/2014/main" id="{9FC50B05-C558-C6BA-0ABB-2EC761892D6F}"/>
              </a:ext>
            </a:extLst>
          </p:cNvPr>
          <p:cNvSpPr/>
          <p:nvPr/>
        </p:nvSpPr>
        <p:spPr>
          <a:xfrm>
            <a:off x="3291840" y="1481328"/>
            <a:ext cx="2560320" cy="1115568"/>
          </a:xfrm>
          <a:prstGeom prst="rect">
            <a:avLst/>
          </a:prstGeom>
          <a:noFill/>
          <a:ln/>
          <a:effectLst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6688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AUTHENTICATION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6688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DONE ✗</a:t>
            </a:r>
            <a:endParaRPr lang="en-US" sz="900" dirty="0"/>
          </a:p>
        </p:txBody>
      </p:sp>
      <p:sp>
        <p:nvSpPr>
          <p:cNvPr id="45" name="Shape 68"/>
          <p:cNvSpPr/>
          <p:nvPr/>
        </p:nvSpPr>
        <p:spPr>
          <a:xfrm>
            <a:off x="7150608" y="91440"/>
            <a:ext cx="1883664" cy="365760"/>
          </a:xfrm>
          <a:prstGeom prst="rect">
            <a:avLst/>
          </a:prstGeom>
          <a:solidFill>
            <a:srgbClr val="071830"/>
          </a:solidFill>
          <a:ln w="12700">
            <a:solidFill>
              <a:srgbClr val="FF22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69"/>
          <p:cNvSpPr/>
          <p:nvPr/>
        </p:nvSpPr>
        <p:spPr>
          <a:xfrm>
            <a:off x="7150608" y="91440"/>
            <a:ext cx="188366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22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14· POLICY DENY</a:t>
            </a:r>
            <a:endParaRPr lang="en-US" sz="700" dirty="0"/>
          </a:p>
        </p:txBody>
      </p:sp>
      <p:sp>
        <p:nvSpPr>
          <p:cNvPr id="56" name="Shape 70"/>
          <p:cNvSpPr/>
          <p:nvPr/>
        </p:nvSpPr>
        <p:spPr>
          <a:xfrm>
            <a:off x="109728" y="4668012"/>
            <a:ext cx="1894566" cy="347472"/>
          </a:xfrm>
          <a:prstGeom prst="rect">
            <a:avLst/>
          </a:prstGeom>
          <a:solidFill>
            <a:srgbClr val="071830"/>
          </a:solidFill>
          <a:ln w="10160">
            <a:solidFill>
              <a:srgbClr val="FF22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" name="Text 71"/>
          <p:cNvSpPr/>
          <p:nvPr/>
        </p:nvSpPr>
        <p:spPr>
          <a:xfrm>
            <a:off x="109728" y="4668012"/>
            <a:ext cx="1894566" cy="347472"/>
          </a:xfrm>
          <a:prstGeom prst="rect">
            <a:avLst/>
          </a:prstGeom>
          <a:noFill/>
          <a:ln/>
        </p:spPr>
        <p:txBody>
          <a:bodyPr wrap="square" lIns="0" tIns="7620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FF22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 Policy Deny → Retry Counter ]</a:t>
            </a:r>
            <a:endParaRPr lang="en-US" sz="800" dirty="0"/>
          </a:p>
        </p:txBody>
      </p:sp>
      <p:sp>
        <p:nvSpPr>
          <p:cNvPr id="58" name="Shape 56">
            <a:extLst>
              <a:ext uri="{FF2B5EF4-FFF2-40B4-BE49-F238E27FC236}">
                <a16:creationId xmlns:a16="http://schemas.microsoft.com/office/drawing/2014/main" id="{0A985BB6-3A30-03BE-A95B-6CFB0306D957}"/>
              </a:ext>
            </a:extLst>
          </p:cNvPr>
          <p:cNvSpPr/>
          <p:nvPr/>
        </p:nvSpPr>
        <p:spPr>
          <a:xfrm>
            <a:off x="2194560" y="1298448"/>
            <a:ext cx="1120140" cy="505480"/>
          </a:xfrm>
          <a:prstGeom prst="line">
            <a:avLst/>
          </a:prstGeom>
          <a:noFill/>
          <a:ln w="22860">
            <a:solidFill>
              <a:srgbClr val="00D4FF">
                <a:alpha val="95000"/>
              </a:srgbClr>
            </a:solidFill>
            <a:prstDash val="solid"/>
            <a:tailEnd type="triangle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67" name="Text 57">
            <a:extLst>
              <a:ext uri="{FF2B5EF4-FFF2-40B4-BE49-F238E27FC236}">
                <a16:creationId xmlns:a16="http://schemas.microsoft.com/office/drawing/2014/main" id="{5E1A1B58-F266-E30B-4B55-3A3FEE71B310}"/>
              </a:ext>
            </a:extLst>
          </p:cNvPr>
          <p:cNvSpPr/>
          <p:nvPr/>
        </p:nvSpPr>
        <p:spPr>
          <a:xfrm>
            <a:off x="2590038" y="1189401"/>
            <a:ext cx="868680" cy="219456"/>
          </a:xfrm>
          <a:prstGeom prst="rect">
            <a:avLst/>
          </a:prstGeom>
          <a:solidFill>
            <a:srgbClr val="041020"/>
          </a:solidFill>
          <a:ln w="8890">
            <a:solidFill>
              <a:srgbClr val="00D4FF"/>
            </a:solidFill>
          </a:ln>
          <a:effectLst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auth_start</a:t>
            </a:r>
            <a:endParaRPr lang="en-US" sz="750" dirty="0"/>
          </a:p>
        </p:txBody>
      </p:sp>
      <p:sp>
        <p:nvSpPr>
          <p:cNvPr id="68" name="Shape 30">
            <a:extLst>
              <a:ext uri="{FF2B5EF4-FFF2-40B4-BE49-F238E27FC236}">
                <a16:creationId xmlns:a16="http://schemas.microsoft.com/office/drawing/2014/main" id="{F686771E-90BA-3A08-801B-CEF1CCEEFA7C}"/>
              </a:ext>
            </a:extLst>
          </p:cNvPr>
          <p:cNvSpPr/>
          <p:nvPr/>
        </p:nvSpPr>
        <p:spPr>
          <a:xfrm>
            <a:off x="3627120" y="109728"/>
            <a:ext cx="1920240" cy="475488"/>
          </a:xfrm>
          <a:prstGeom prst="rect">
            <a:avLst/>
          </a:prstGeom>
          <a:solidFill>
            <a:srgbClr val="180038"/>
          </a:solidFill>
          <a:ln w="15240">
            <a:solidFill>
              <a:srgbClr val="8844EE"/>
            </a:solidFill>
            <a:prstDash val="soli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69" name="Text 31">
            <a:extLst>
              <a:ext uri="{FF2B5EF4-FFF2-40B4-BE49-F238E27FC236}">
                <a16:creationId xmlns:a16="http://schemas.microsoft.com/office/drawing/2014/main" id="{F82A624A-A5BF-3101-9533-DC2AD9B91FC1}"/>
              </a:ext>
            </a:extLst>
          </p:cNvPr>
          <p:cNvSpPr/>
          <p:nvPr/>
        </p:nvSpPr>
        <p:spPr>
          <a:xfrm>
            <a:off x="3627120" y="109728"/>
            <a:ext cx="1920240" cy="266273"/>
          </a:xfrm>
          <a:prstGeom prst="rect">
            <a:avLst/>
          </a:prstGeom>
          <a:noFill/>
          <a:ln/>
          <a:effectLst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MEMORY</a:t>
            </a:r>
            <a:endParaRPr lang="en-US" sz="900" dirty="0"/>
          </a:p>
        </p:txBody>
      </p:sp>
      <p:sp>
        <p:nvSpPr>
          <p:cNvPr id="76" name="Text 32">
            <a:extLst>
              <a:ext uri="{FF2B5EF4-FFF2-40B4-BE49-F238E27FC236}">
                <a16:creationId xmlns:a16="http://schemas.microsoft.com/office/drawing/2014/main" id="{9B094FD9-F329-357C-0641-7A3D01605728}"/>
              </a:ext>
            </a:extLst>
          </p:cNvPr>
          <p:cNvSpPr/>
          <p:nvPr/>
        </p:nvSpPr>
        <p:spPr>
          <a:xfrm>
            <a:off x="3627120" y="356982"/>
            <a:ext cx="1920240" cy="228234"/>
          </a:xfrm>
          <a:prstGeom prst="rect">
            <a:avLst/>
          </a:prstGeom>
          <a:noFill/>
          <a:ln/>
          <a:effectLst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00" i="1" dirty="0">
                <a:solidFill>
                  <a:srgbClr val="6688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DDR / Flash</a:t>
            </a:r>
            <a:endParaRPr lang="en-US" sz="700" dirty="0"/>
          </a:p>
        </p:txBody>
      </p:sp>
      <p:sp>
        <p:nvSpPr>
          <p:cNvPr id="77" name="Shape 33">
            <a:extLst>
              <a:ext uri="{FF2B5EF4-FFF2-40B4-BE49-F238E27FC236}">
                <a16:creationId xmlns:a16="http://schemas.microsoft.com/office/drawing/2014/main" id="{18F067B2-8BAE-182B-A390-11F9ED08FC20}"/>
              </a:ext>
            </a:extLst>
          </p:cNvPr>
          <p:cNvSpPr/>
          <p:nvPr/>
        </p:nvSpPr>
        <p:spPr>
          <a:xfrm>
            <a:off x="6752844" y="981710"/>
            <a:ext cx="1737360" cy="475488"/>
          </a:xfrm>
          <a:prstGeom prst="rect">
            <a:avLst/>
          </a:prstGeom>
          <a:solidFill>
            <a:srgbClr val="2A1E00"/>
          </a:solidFill>
          <a:ln w="15240">
            <a:solidFill>
              <a:srgbClr val="CC9900"/>
            </a:solidFill>
            <a:prstDash val="soli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83" name="Text 34">
            <a:extLst>
              <a:ext uri="{FF2B5EF4-FFF2-40B4-BE49-F238E27FC236}">
                <a16:creationId xmlns:a16="http://schemas.microsoft.com/office/drawing/2014/main" id="{7BB1441F-807B-A17B-43A8-1F729F0D8D90}"/>
              </a:ext>
            </a:extLst>
          </p:cNvPr>
          <p:cNvSpPr/>
          <p:nvPr/>
        </p:nvSpPr>
        <p:spPr>
          <a:xfrm>
            <a:off x="6752844" y="968715"/>
            <a:ext cx="1737360" cy="266273"/>
          </a:xfrm>
          <a:prstGeom prst="rect">
            <a:avLst/>
          </a:prstGeom>
          <a:noFill/>
          <a:ln/>
          <a:effectLst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SECURE KEY</a:t>
            </a:r>
            <a:endParaRPr lang="en-US" sz="900" dirty="0"/>
          </a:p>
        </p:txBody>
      </p:sp>
      <p:sp>
        <p:nvSpPr>
          <p:cNvPr id="84" name="Text 35">
            <a:extLst>
              <a:ext uri="{FF2B5EF4-FFF2-40B4-BE49-F238E27FC236}">
                <a16:creationId xmlns:a16="http://schemas.microsoft.com/office/drawing/2014/main" id="{BFF3B293-5C6D-793A-6F43-E834FF35648D}"/>
              </a:ext>
            </a:extLst>
          </p:cNvPr>
          <p:cNvSpPr/>
          <p:nvPr/>
        </p:nvSpPr>
        <p:spPr>
          <a:xfrm>
            <a:off x="6752844" y="1228964"/>
            <a:ext cx="1737360" cy="228234"/>
          </a:xfrm>
          <a:prstGeom prst="rect">
            <a:avLst/>
          </a:prstGeom>
          <a:noFill/>
          <a:ln/>
          <a:effectLst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00" i="1" dirty="0">
                <a:solidFill>
                  <a:srgbClr val="6688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Storage</a:t>
            </a:r>
            <a:endParaRPr lang="en-US" sz="700" dirty="0"/>
          </a:p>
        </p:txBody>
      </p:sp>
      <p:sp>
        <p:nvSpPr>
          <p:cNvPr id="85" name="Shape 58">
            <a:extLst>
              <a:ext uri="{FF2B5EF4-FFF2-40B4-BE49-F238E27FC236}">
                <a16:creationId xmlns:a16="http://schemas.microsoft.com/office/drawing/2014/main" id="{9E43DD40-6BD5-4AC4-6EEF-995DD5DAF83D}"/>
              </a:ext>
            </a:extLst>
          </p:cNvPr>
          <p:cNvSpPr/>
          <p:nvPr/>
        </p:nvSpPr>
        <p:spPr>
          <a:xfrm flipH="1">
            <a:off x="4589702" y="591800"/>
            <a:ext cx="4572" cy="889528"/>
          </a:xfrm>
          <a:prstGeom prst="line">
            <a:avLst/>
          </a:prstGeom>
          <a:noFill/>
          <a:ln w="22860">
            <a:solidFill>
              <a:srgbClr val="9B4DFF">
                <a:alpha val="95000"/>
              </a:srgbClr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86" name="Text 59">
            <a:extLst>
              <a:ext uri="{FF2B5EF4-FFF2-40B4-BE49-F238E27FC236}">
                <a16:creationId xmlns:a16="http://schemas.microsoft.com/office/drawing/2014/main" id="{5B0D80F9-7F02-EA0B-1422-7C766965316E}"/>
              </a:ext>
            </a:extLst>
          </p:cNvPr>
          <p:cNvSpPr/>
          <p:nvPr/>
        </p:nvSpPr>
        <p:spPr>
          <a:xfrm>
            <a:off x="4655820" y="713232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9B4D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FW_Data</a:t>
            </a:r>
            <a:endParaRPr lang="en-US" sz="700" dirty="0"/>
          </a:p>
        </p:txBody>
      </p:sp>
      <p:sp>
        <p:nvSpPr>
          <p:cNvPr id="87" name="Text 60">
            <a:extLst>
              <a:ext uri="{FF2B5EF4-FFF2-40B4-BE49-F238E27FC236}">
                <a16:creationId xmlns:a16="http://schemas.microsoft.com/office/drawing/2014/main" id="{F001BB06-124A-D09A-530F-36F8DB84C770}"/>
              </a:ext>
            </a:extLst>
          </p:cNvPr>
          <p:cNvSpPr/>
          <p:nvPr/>
        </p:nvSpPr>
        <p:spPr>
          <a:xfrm>
            <a:off x="4655820" y="914400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9B4D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FW_Valid</a:t>
            </a:r>
            <a:endParaRPr lang="en-US" sz="700" dirty="0"/>
          </a:p>
        </p:txBody>
      </p:sp>
      <p:sp>
        <p:nvSpPr>
          <p:cNvPr id="88" name="Text 61">
            <a:extLst>
              <a:ext uri="{FF2B5EF4-FFF2-40B4-BE49-F238E27FC236}">
                <a16:creationId xmlns:a16="http://schemas.microsoft.com/office/drawing/2014/main" id="{0D0B98BB-F51C-D437-389D-BC405625A846}"/>
              </a:ext>
            </a:extLst>
          </p:cNvPr>
          <p:cNvSpPr/>
          <p:nvPr/>
        </p:nvSpPr>
        <p:spPr>
          <a:xfrm>
            <a:off x="4655820" y="1115568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9B4D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FW_last</a:t>
            </a:r>
            <a:endParaRPr lang="en-US" sz="700" dirty="0"/>
          </a:p>
        </p:txBody>
      </p:sp>
      <p:sp>
        <p:nvSpPr>
          <p:cNvPr id="89" name="Shape 62">
            <a:extLst>
              <a:ext uri="{FF2B5EF4-FFF2-40B4-BE49-F238E27FC236}">
                <a16:creationId xmlns:a16="http://schemas.microsoft.com/office/drawing/2014/main" id="{3894D54C-5375-D8D9-B640-E389E0D2BC67}"/>
              </a:ext>
            </a:extLst>
          </p:cNvPr>
          <p:cNvSpPr/>
          <p:nvPr/>
        </p:nvSpPr>
        <p:spPr>
          <a:xfrm flipH="1">
            <a:off x="5757672" y="1321856"/>
            <a:ext cx="995172" cy="491958"/>
          </a:xfrm>
          <a:prstGeom prst="line">
            <a:avLst/>
          </a:prstGeom>
          <a:noFill/>
          <a:ln w="22860">
            <a:solidFill>
              <a:srgbClr val="FFD000">
                <a:alpha val="95000"/>
              </a:srgbClr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90" name="Text 63">
            <a:extLst>
              <a:ext uri="{FF2B5EF4-FFF2-40B4-BE49-F238E27FC236}">
                <a16:creationId xmlns:a16="http://schemas.microsoft.com/office/drawing/2014/main" id="{F61CB223-A413-2AB8-ED80-8A9AC5DF7036}"/>
              </a:ext>
            </a:extLst>
          </p:cNvPr>
          <p:cNvSpPr/>
          <p:nvPr/>
        </p:nvSpPr>
        <p:spPr>
          <a:xfrm>
            <a:off x="5422392" y="1170432"/>
            <a:ext cx="868680" cy="219456"/>
          </a:xfrm>
          <a:prstGeom prst="rect">
            <a:avLst/>
          </a:prstGeom>
          <a:solidFill>
            <a:srgbClr val="041020"/>
          </a:solidFill>
          <a:ln w="8890">
            <a:solidFill>
              <a:srgbClr val="FFD000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D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Secure Key</a:t>
            </a:r>
            <a:endParaRPr lang="en-US" sz="750" dirty="0"/>
          </a:p>
        </p:txBody>
      </p:sp>
      <p:sp>
        <p:nvSpPr>
          <p:cNvPr id="91" name="Shape 43">
            <a:extLst>
              <a:ext uri="{FF2B5EF4-FFF2-40B4-BE49-F238E27FC236}">
                <a16:creationId xmlns:a16="http://schemas.microsoft.com/office/drawing/2014/main" id="{1850EFD7-0ECB-571B-A841-89AB0819919A}"/>
              </a:ext>
            </a:extLst>
          </p:cNvPr>
          <p:cNvSpPr/>
          <p:nvPr/>
        </p:nvSpPr>
        <p:spPr>
          <a:xfrm>
            <a:off x="381000" y="2933700"/>
            <a:ext cx="1783080" cy="804672"/>
          </a:xfrm>
          <a:prstGeom prst="rect">
            <a:avLst/>
          </a:prstGeom>
          <a:solidFill>
            <a:srgbClr val="012018"/>
          </a:solidFill>
          <a:ln w="15240">
            <a:solidFill>
              <a:srgbClr val="00B860"/>
            </a:solidFill>
            <a:prstDash val="soli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92" name="Text 44">
            <a:extLst>
              <a:ext uri="{FF2B5EF4-FFF2-40B4-BE49-F238E27FC236}">
                <a16:creationId xmlns:a16="http://schemas.microsoft.com/office/drawing/2014/main" id="{F2485323-2689-A0A2-3D95-884D91F26472}"/>
              </a:ext>
            </a:extLst>
          </p:cNvPr>
          <p:cNvSpPr/>
          <p:nvPr/>
        </p:nvSpPr>
        <p:spPr>
          <a:xfrm>
            <a:off x="381000" y="2933700"/>
            <a:ext cx="1783080" cy="450616"/>
          </a:xfrm>
          <a:prstGeom prst="rect">
            <a:avLst/>
          </a:prstGeom>
          <a:noFill/>
          <a:ln/>
          <a:effectLst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POLICY</a:t>
            </a:r>
            <a:endParaRPr lang="en-US" sz="900" dirty="0"/>
          </a:p>
        </p:txBody>
      </p:sp>
      <p:sp>
        <p:nvSpPr>
          <p:cNvPr id="93" name="Text 45">
            <a:extLst>
              <a:ext uri="{FF2B5EF4-FFF2-40B4-BE49-F238E27FC236}">
                <a16:creationId xmlns:a16="http://schemas.microsoft.com/office/drawing/2014/main" id="{19816FE7-3B90-DAED-DD29-548603CBFB8D}"/>
              </a:ext>
            </a:extLst>
          </p:cNvPr>
          <p:cNvSpPr/>
          <p:nvPr/>
        </p:nvSpPr>
        <p:spPr>
          <a:xfrm>
            <a:off x="381000" y="3352129"/>
            <a:ext cx="1783080" cy="386243"/>
          </a:xfrm>
          <a:prstGeom prst="rect">
            <a:avLst/>
          </a:prstGeom>
          <a:noFill/>
          <a:ln/>
          <a:effectLst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00" i="1" dirty="0">
                <a:solidFill>
                  <a:srgbClr val="6688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Engine</a:t>
            </a:r>
            <a:endParaRPr lang="en-US" sz="700" dirty="0"/>
          </a:p>
        </p:txBody>
      </p:sp>
      <p:sp>
        <p:nvSpPr>
          <p:cNvPr id="94" name="Text 65">
            <a:extLst>
              <a:ext uri="{FF2B5EF4-FFF2-40B4-BE49-F238E27FC236}">
                <a16:creationId xmlns:a16="http://schemas.microsoft.com/office/drawing/2014/main" id="{13A9C055-37C3-26CB-20D7-B4C6990C9520}"/>
              </a:ext>
            </a:extLst>
          </p:cNvPr>
          <p:cNvSpPr/>
          <p:nvPr/>
        </p:nvSpPr>
        <p:spPr>
          <a:xfrm>
            <a:off x="2004294" y="2452878"/>
            <a:ext cx="868680" cy="237744"/>
          </a:xfrm>
          <a:prstGeom prst="rect">
            <a:avLst/>
          </a:prstGeom>
          <a:solidFill>
            <a:srgbClr val="041020"/>
          </a:solidFill>
          <a:ln w="8890">
            <a:solidFill>
              <a:srgbClr val="FF2244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22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Auth_fail</a:t>
            </a:r>
            <a:endParaRPr lang="en-US" sz="750" dirty="0"/>
          </a:p>
        </p:txBody>
      </p:sp>
      <p:sp>
        <p:nvSpPr>
          <p:cNvPr id="95" name="Shape 64">
            <a:extLst>
              <a:ext uri="{FF2B5EF4-FFF2-40B4-BE49-F238E27FC236}">
                <a16:creationId xmlns:a16="http://schemas.microsoft.com/office/drawing/2014/main" id="{E91E0338-ABF8-9EA1-CA10-AE146CBDE847}"/>
              </a:ext>
            </a:extLst>
          </p:cNvPr>
          <p:cNvSpPr/>
          <p:nvPr/>
        </p:nvSpPr>
        <p:spPr>
          <a:xfrm flipH="1">
            <a:off x="2191892" y="2363644"/>
            <a:ext cx="1224154" cy="904281"/>
          </a:xfrm>
          <a:prstGeom prst="line">
            <a:avLst/>
          </a:prstGeom>
          <a:noFill/>
          <a:ln w="25400">
            <a:solidFill>
              <a:srgbClr val="FF2244">
                <a:alpha val="95000"/>
              </a:srgbClr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96" name="Shape 66">
            <a:extLst>
              <a:ext uri="{FF2B5EF4-FFF2-40B4-BE49-F238E27FC236}">
                <a16:creationId xmlns:a16="http://schemas.microsoft.com/office/drawing/2014/main" id="{1EFD6021-7C41-593E-A791-B78E891B078A}"/>
              </a:ext>
            </a:extLst>
          </p:cNvPr>
          <p:cNvSpPr/>
          <p:nvPr/>
        </p:nvSpPr>
        <p:spPr>
          <a:xfrm flipV="1">
            <a:off x="2204084" y="3318216"/>
            <a:ext cx="1462658" cy="2109"/>
          </a:xfrm>
          <a:prstGeom prst="line">
            <a:avLst/>
          </a:prstGeom>
          <a:noFill/>
          <a:ln w="22860">
            <a:solidFill>
              <a:srgbClr val="FF2244">
                <a:alpha val="95000"/>
              </a:srgbClr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97" name="Text 67">
            <a:extLst>
              <a:ext uri="{FF2B5EF4-FFF2-40B4-BE49-F238E27FC236}">
                <a16:creationId xmlns:a16="http://schemas.microsoft.com/office/drawing/2014/main" id="{C3B06C1F-94D0-FAD3-D338-AC5F14516876}"/>
              </a:ext>
            </a:extLst>
          </p:cNvPr>
          <p:cNvSpPr/>
          <p:nvPr/>
        </p:nvSpPr>
        <p:spPr>
          <a:xfrm>
            <a:off x="2368296" y="3434242"/>
            <a:ext cx="868680" cy="237744"/>
          </a:xfrm>
          <a:prstGeom prst="rect">
            <a:avLst/>
          </a:prstGeom>
          <a:solidFill>
            <a:srgbClr val="041020"/>
          </a:solidFill>
          <a:ln w="8890">
            <a:solidFill>
              <a:srgbClr val="FF2244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22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Policy Deny</a:t>
            </a:r>
            <a:endParaRPr lang="en-US" sz="750" dirty="0"/>
          </a:p>
        </p:txBody>
      </p:sp>
      <p:sp>
        <p:nvSpPr>
          <p:cNvPr id="100" name="Shape 46">
            <a:extLst>
              <a:ext uri="{FF2B5EF4-FFF2-40B4-BE49-F238E27FC236}">
                <a16:creationId xmlns:a16="http://schemas.microsoft.com/office/drawing/2014/main" id="{A92F1CE5-DF23-0160-8FEA-3BC31068F058}"/>
              </a:ext>
            </a:extLst>
          </p:cNvPr>
          <p:cNvSpPr/>
          <p:nvPr/>
        </p:nvSpPr>
        <p:spPr>
          <a:xfrm>
            <a:off x="3675886" y="2919048"/>
            <a:ext cx="1975104" cy="804672"/>
          </a:xfrm>
          <a:prstGeom prst="rect">
            <a:avLst/>
          </a:prstGeom>
          <a:solidFill>
            <a:srgbClr val="251000"/>
          </a:solidFill>
          <a:ln w="15240">
            <a:solidFill>
              <a:srgbClr val="CC6600"/>
            </a:solidFill>
            <a:prstDash val="solid"/>
          </a:ln>
          <a:effectLst>
            <a:glow rad="76200">
              <a:srgbClr val="FF9933">
                <a:alpha val="45000"/>
              </a:srgbClr>
            </a:glow>
          </a:effectLst>
        </p:spPr>
        <p:txBody>
          <a:bodyPr/>
          <a:lstStyle/>
          <a:p>
            <a:endParaRPr lang="en-US"/>
          </a:p>
        </p:txBody>
      </p:sp>
      <p:sp>
        <p:nvSpPr>
          <p:cNvPr id="101" name="Text 47">
            <a:extLst>
              <a:ext uri="{FF2B5EF4-FFF2-40B4-BE49-F238E27FC236}">
                <a16:creationId xmlns:a16="http://schemas.microsoft.com/office/drawing/2014/main" id="{AE5F9948-55BF-1D6B-1070-EA489A7403C8}"/>
              </a:ext>
            </a:extLst>
          </p:cNvPr>
          <p:cNvSpPr/>
          <p:nvPr/>
        </p:nvSpPr>
        <p:spPr>
          <a:xfrm>
            <a:off x="3675886" y="2919048"/>
            <a:ext cx="1975104" cy="450616"/>
          </a:xfrm>
          <a:prstGeom prst="rect">
            <a:avLst/>
          </a:prstGeom>
          <a:noFill/>
          <a:ln/>
          <a:effectLst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RETRY</a:t>
            </a:r>
            <a:endParaRPr lang="en-US" sz="900" dirty="0"/>
          </a:p>
        </p:txBody>
      </p:sp>
      <p:sp>
        <p:nvSpPr>
          <p:cNvPr id="102" name="Text 48">
            <a:extLst>
              <a:ext uri="{FF2B5EF4-FFF2-40B4-BE49-F238E27FC236}">
                <a16:creationId xmlns:a16="http://schemas.microsoft.com/office/drawing/2014/main" id="{361FF41E-2B95-6724-EEAA-84251E566C3B}"/>
              </a:ext>
            </a:extLst>
          </p:cNvPr>
          <p:cNvSpPr/>
          <p:nvPr/>
        </p:nvSpPr>
        <p:spPr>
          <a:xfrm>
            <a:off x="3675886" y="3337477"/>
            <a:ext cx="1975104" cy="386243"/>
          </a:xfrm>
          <a:prstGeom prst="rect">
            <a:avLst/>
          </a:prstGeom>
          <a:noFill/>
          <a:ln/>
          <a:effectLst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00" i="1" dirty="0">
                <a:solidFill>
                  <a:srgbClr val="6688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Counter</a:t>
            </a:r>
            <a:endParaRPr lang="en-US" sz="700" dirty="0"/>
          </a:p>
        </p:txBody>
      </p:sp>
      <p:sp>
        <p:nvSpPr>
          <p:cNvPr id="105" name="Shape 49">
            <a:extLst>
              <a:ext uri="{FF2B5EF4-FFF2-40B4-BE49-F238E27FC236}">
                <a16:creationId xmlns:a16="http://schemas.microsoft.com/office/drawing/2014/main" id="{B581ABB7-BFE5-41D1-41DD-EDEFD111495E}"/>
              </a:ext>
            </a:extLst>
          </p:cNvPr>
          <p:cNvSpPr/>
          <p:nvPr/>
        </p:nvSpPr>
        <p:spPr>
          <a:xfrm>
            <a:off x="6748272" y="2834640"/>
            <a:ext cx="1828800" cy="804672"/>
          </a:xfrm>
          <a:prstGeom prst="rect">
            <a:avLst/>
          </a:prstGeom>
          <a:solidFill>
            <a:srgbClr val="250000"/>
          </a:solidFill>
          <a:ln w="15240">
            <a:solidFill>
              <a:srgbClr val="CC1122"/>
            </a:solidFill>
            <a:prstDash val="soli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06" name="Text 50">
            <a:extLst>
              <a:ext uri="{FF2B5EF4-FFF2-40B4-BE49-F238E27FC236}">
                <a16:creationId xmlns:a16="http://schemas.microsoft.com/office/drawing/2014/main" id="{D60ABF3D-4F66-3C79-2153-C1CB6AFF808A}"/>
              </a:ext>
            </a:extLst>
          </p:cNvPr>
          <p:cNvSpPr/>
          <p:nvPr/>
        </p:nvSpPr>
        <p:spPr>
          <a:xfrm>
            <a:off x="6748272" y="2834640"/>
            <a:ext cx="1828800" cy="450616"/>
          </a:xfrm>
          <a:prstGeom prst="rect">
            <a:avLst/>
          </a:prstGeom>
          <a:noFill/>
          <a:ln/>
          <a:effectLst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LOCKDOWN</a:t>
            </a:r>
            <a:endParaRPr lang="en-US" sz="900" dirty="0"/>
          </a:p>
        </p:txBody>
      </p:sp>
      <p:sp>
        <p:nvSpPr>
          <p:cNvPr id="107" name="Text 51">
            <a:extLst>
              <a:ext uri="{FF2B5EF4-FFF2-40B4-BE49-F238E27FC236}">
                <a16:creationId xmlns:a16="http://schemas.microsoft.com/office/drawing/2014/main" id="{1A79227B-9FF8-CC14-9AA3-DB75180340C9}"/>
              </a:ext>
            </a:extLst>
          </p:cNvPr>
          <p:cNvSpPr/>
          <p:nvPr/>
        </p:nvSpPr>
        <p:spPr>
          <a:xfrm>
            <a:off x="6748272" y="3253069"/>
            <a:ext cx="1828800" cy="386243"/>
          </a:xfrm>
          <a:prstGeom prst="rect">
            <a:avLst/>
          </a:prstGeom>
          <a:noFill/>
          <a:ln/>
          <a:effectLst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00" i="1" dirty="0">
                <a:solidFill>
                  <a:srgbClr val="6688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Control</a:t>
            </a:r>
            <a:endParaRPr lang="en-US" sz="700" dirty="0"/>
          </a:p>
        </p:txBody>
      </p:sp>
    </p:spTree>
    <p:extLst>
      <p:ext uri="{BB962C8B-B14F-4D97-AF65-F5344CB8AC3E}">
        <p14:creationId xmlns:p14="http://schemas.microsoft.com/office/powerpoint/2010/main" val="267429311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med" p14:dur="700">
        <p159:morph option="byObject"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4102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810CD39-77D0-7D5F-C3FE-3FBC05DFAD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63A5F50E-E10C-33E8-9EE2-D007BC9FD71A}"/>
              </a:ext>
            </a:extLst>
          </p:cNvPr>
          <p:cNvSpPr/>
          <p:nvPr/>
        </p:nvSpPr>
        <p:spPr>
          <a:xfrm>
            <a:off x="0" y="0"/>
            <a:ext cx="4572" cy="5143500"/>
          </a:xfrm>
          <a:prstGeom prst="rect">
            <a:avLst/>
          </a:prstGeom>
          <a:solidFill>
            <a:srgbClr val="0A2040"/>
          </a:solidFill>
          <a:ln w="3810">
            <a:solidFill>
              <a:srgbClr val="0A20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2C8756C2-A574-29B2-DF07-817545E7D96F}"/>
              </a:ext>
            </a:extLst>
          </p:cNvPr>
          <p:cNvSpPr/>
          <p:nvPr/>
        </p:nvSpPr>
        <p:spPr>
          <a:xfrm>
            <a:off x="914400" y="0"/>
            <a:ext cx="4572" cy="5143500"/>
          </a:xfrm>
          <a:prstGeom prst="rect">
            <a:avLst/>
          </a:prstGeom>
          <a:solidFill>
            <a:srgbClr val="0A2040"/>
          </a:solidFill>
          <a:ln w="3810">
            <a:solidFill>
              <a:srgbClr val="0A20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94D3BEEA-7B4B-3695-DA16-578468024F79}"/>
              </a:ext>
            </a:extLst>
          </p:cNvPr>
          <p:cNvSpPr/>
          <p:nvPr/>
        </p:nvSpPr>
        <p:spPr>
          <a:xfrm>
            <a:off x="1828800" y="0"/>
            <a:ext cx="4572" cy="5143500"/>
          </a:xfrm>
          <a:prstGeom prst="rect">
            <a:avLst/>
          </a:prstGeom>
          <a:solidFill>
            <a:srgbClr val="0A2040"/>
          </a:solidFill>
          <a:ln w="3810">
            <a:solidFill>
              <a:srgbClr val="0A20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26A17ADC-32E6-23C4-F998-5B4F33AC262A}"/>
              </a:ext>
            </a:extLst>
          </p:cNvPr>
          <p:cNvSpPr/>
          <p:nvPr/>
        </p:nvSpPr>
        <p:spPr>
          <a:xfrm>
            <a:off x="2743200" y="0"/>
            <a:ext cx="4572" cy="5143500"/>
          </a:xfrm>
          <a:prstGeom prst="rect">
            <a:avLst/>
          </a:prstGeom>
          <a:solidFill>
            <a:srgbClr val="0A2040"/>
          </a:solidFill>
          <a:ln w="3810">
            <a:solidFill>
              <a:srgbClr val="0A20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4657279A-1F8D-76F6-B6D0-2093BD6C7010}"/>
              </a:ext>
            </a:extLst>
          </p:cNvPr>
          <p:cNvSpPr/>
          <p:nvPr/>
        </p:nvSpPr>
        <p:spPr>
          <a:xfrm>
            <a:off x="3657600" y="0"/>
            <a:ext cx="4572" cy="5143500"/>
          </a:xfrm>
          <a:prstGeom prst="rect">
            <a:avLst/>
          </a:prstGeom>
          <a:solidFill>
            <a:srgbClr val="0A2040"/>
          </a:solidFill>
          <a:ln w="3810">
            <a:solidFill>
              <a:srgbClr val="0A20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425053B6-B668-DFAA-5605-C8A39218301C}"/>
              </a:ext>
            </a:extLst>
          </p:cNvPr>
          <p:cNvSpPr/>
          <p:nvPr/>
        </p:nvSpPr>
        <p:spPr>
          <a:xfrm>
            <a:off x="4572000" y="0"/>
            <a:ext cx="4572" cy="5143500"/>
          </a:xfrm>
          <a:prstGeom prst="rect">
            <a:avLst/>
          </a:prstGeom>
          <a:solidFill>
            <a:srgbClr val="0A2040"/>
          </a:solidFill>
          <a:ln w="3810">
            <a:solidFill>
              <a:srgbClr val="0A20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D5B39482-5BAF-EE2E-6845-42948E7F0B10}"/>
              </a:ext>
            </a:extLst>
          </p:cNvPr>
          <p:cNvSpPr/>
          <p:nvPr/>
        </p:nvSpPr>
        <p:spPr>
          <a:xfrm>
            <a:off x="5486400" y="0"/>
            <a:ext cx="4572" cy="5143500"/>
          </a:xfrm>
          <a:prstGeom prst="rect">
            <a:avLst/>
          </a:prstGeom>
          <a:solidFill>
            <a:srgbClr val="0A2040"/>
          </a:solidFill>
          <a:ln w="3810">
            <a:solidFill>
              <a:srgbClr val="0A20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79DADD50-3495-B533-4A18-B753177D76B6}"/>
              </a:ext>
            </a:extLst>
          </p:cNvPr>
          <p:cNvSpPr/>
          <p:nvPr/>
        </p:nvSpPr>
        <p:spPr>
          <a:xfrm>
            <a:off x="6400800" y="0"/>
            <a:ext cx="4572" cy="5143500"/>
          </a:xfrm>
          <a:prstGeom prst="rect">
            <a:avLst/>
          </a:prstGeom>
          <a:solidFill>
            <a:srgbClr val="0A2040"/>
          </a:solidFill>
          <a:ln w="3810">
            <a:solidFill>
              <a:srgbClr val="0A20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748E414F-2E2B-FA29-95F1-C92C6F44E2C3}"/>
              </a:ext>
            </a:extLst>
          </p:cNvPr>
          <p:cNvSpPr/>
          <p:nvPr/>
        </p:nvSpPr>
        <p:spPr>
          <a:xfrm>
            <a:off x="7315200" y="0"/>
            <a:ext cx="4572" cy="5143500"/>
          </a:xfrm>
          <a:prstGeom prst="rect">
            <a:avLst/>
          </a:prstGeom>
          <a:solidFill>
            <a:srgbClr val="0A2040"/>
          </a:solidFill>
          <a:ln w="3810">
            <a:solidFill>
              <a:srgbClr val="0A20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AD95879C-B06A-FF00-EDCA-7F0EAD49BD2A}"/>
              </a:ext>
            </a:extLst>
          </p:cNvPr>
          <p:cNvSpPr/>
          <p:nvPr/>
        </p:nvSpPr>
        <p:spPr>
          <a:xfrm>
            <a:off x="8229600" y="0"/>
            <a:ext cx="4572" cy="5143500"/>
          </a:xfrm>
          <a:prstGeom prst="rect">
            <a:avLst/>
          </a:prstGeom>
          <a:solidFill>
            <a:srgbClr val="0A2040"/>
          </a:solidFill>
          <a:ln w="3810">
            <a:solidFill>
              <a:srgbClr val="0A20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2F018211-1136-38D5-054B-DD8138BFDA14}"/>
              </a:ext>
            </a:extLst>
          </p:cNvPr>
          <p:cNvSpPr/>
          <p:nvPr/>
        </p:nvSpPr>
        <p:spPr>
          <a:xfrm>
            <a:off x="9144000" y="0"/>
            <a:ext cx="4572" cy="5143500"/>
          </a:xfrm>
          <a:prstGeom prst="rect">
            <a:avLst/>
          </a:prstGeom>
          <a:solidFill>
            <a:srgbClr val="0A2040"/>
          </a:solidFill>
          <a:ln w="3810">
            <a:solidFill>
              <a:srgbClr val="0A20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BC168FF1-4835-102C-EBAE-BEFA18024FD8}"/>
              </a:ext>
            </a:extLst>
          </p:cNvPr>
          <p:cNvSpPr/>
          <p:nvPr/>
        </p:nvSpPr>
        <p:spPr>
          <a:xfrm>
            <a:off x="0" y="0"/>
            <a:ext cx="9144000" cy="4572"/>
          </a:xfrm>
          <a:prstGeom prst="rect">
            <a:avLst/>
          </a:prstGeom>
          <a:solidFill>
            <a:srgbClr val="0A2040"/>
          </a:solidFill>
          <a:ln w="3810">
            <a:solidFill>
              <a:srgbClr val="0A20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759D5063-7A2D-0BC7-66FB-4C31F662BAC0}"/>
              </a:ext>
            </a:extLst>
          </p:cNvPr>
          <p:cNvSpPr/>
          <p:nvPr/>
        </p:nvSpPr>
        <p:spPr>
          <a:xfrm>
            <a:off x="0" y="822960"/>
            <a:ext cx="9144000" cy="4572"/>
          </a:xfrm>
          <a:prstGeom prst="rect">
            <a:avLst/>
          </a:prstGeom>
          <a:solidFill>
            <a:srgbClr val="0A2040"/>
          </a:solidFill>
          <a:ln w="3810">
            <a:solidFill>
              <a:srgbClr val="0A20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>
            <a:extLst>
              <a:ext uri="{FF2B5EF4-FFF2-40B4-BE49-F238E27FC236}">
                <a16:creationId xmlns:a16="http://schemas.microsoft.com/office/drawing/2014/main" id="{B994DC59-B4AC-C469-EEB1-22D7EA91B2F0}"/>
              </a:ext>
            </a:extLst>
          </p:cNvPr>
          <p:cNvSpPr/>
          <p:nvPr/>
        </p:nvSpPr>
        <p:spPr>
          <a:xfrm>
            <a:off x="0" y="1645920"/>
            <a:ext cx="9144000" cy="4572"/>
          </a:xfrm>
          <a:prstGeom prst="rect">
            <a:avLst/>
          </a:prstGeom>
          <a:solidFill>
            <a:srgbClr val="0A2040"/>
          </a:solidFill>
          <a:ln w="3810">
            <a:solidFill>
              <a:srgbClr val="0A20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>
            <a:extLst>
              <a:ext uri="{FF2B5EF4-FFF2-40B4-BE49-F238E27FC236}">
                <a16:creationId xmlns:a16="http://schemas.microsoft.com/office/drawing/2014/main" id="{B0257DD2-916E-BB6F-D05C-A3E280F4BD7E}"/>
              </a:ext>
            </a:extLst>
          </p:cNvPr>
          <p:cNvSpPr/>
          <p:nvPr/>
        </p:nvSpPr>
        <p:spPr>
          <a:xfrm>
            <a:off x="0" y="2468880"/>
            <a:ext cx="9144000" cy="4572"/>
          </a:xfrm>
          <a:prstGeom prst="rect">
            <a:avLst/>
          </a:prstGeom>
          <a:solidFill>
            <a:srgbClr val="0A2040"/>
          </a:solidFill>
          <a:ln w="3810">
            <a:solidFill>
              <a:srgbClr val="0A20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>
            <a:extLst>
              <a:ext uri="{FF2B5EF4-FFF2-40B4-BE49-F238E27FC236}">
                <a16:creationId xmlns:a16="http://schemas.microsoft.com/office/drawing/2014/main" id="{5DF89429-40F9-5306-8864-648F4680ACDD}"/>
              </a:ext>
            </a:extLst>
          </p:cNvPr>
          <p:cNvSpPr/>
          <p:nvPr/>
        </p:nvSpPr>
        <p:spPr>
          <a:xfrm>
            <a:off x="0" y="3291840"/>
            <a:ext cx="9144000" cy="4572"/>
          </a:xfrm>
          <a:prstGeom prst="rect">
            <a:avLst/>
          </a:prstGeom>
          <a:solidFill>
            <a:srgbClr val="0A2040"/>
          </a:solidFill>
          <a:ln w="3810">
            <a:solidFill>
              <a:srgbClr val="0A20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>
            <a:extLst>
              <a:ext uri="{FF2B5EF4-FFF2-40B4-BE49-F238E27FC236}">
                <a16:creationId xmlns:a16="http://schemas.microsoft.com/office/drawing/2014/main" id="{393280B3-24E8-BD11-798C-1BE8B4EAADA6}"/>
              </a:ext>
            </a:extLst>
          </p:cNvPr>
          <p:cNvSpPr/>
          <p:nvPr/>
        </p:nvSpPr>
        <p:spPr>
          <a:xfrm>
            <a:off x="0" y="4114800"/>
            <a:ext cx="9144000" cy="4572"/>
          </a:xfrm>
          <a:prstGeom prst="rect">
            <a:avLst/>
          </a:prstGeom>
          <a:solidFill>
            <a:srgbClr val="0A2040"/>
          </a:solidFill>
          <a:ln w="3810">
            <a:solidFill>
              <a:srgbClr val="0A20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>
            <a:extLst>
              <a:ext uri="{FF2B5EF4-FFF2-40B4-BE49-F238E27FC236}">
                <a16:creationId xmlns:a16="http://schemas.microsoft.com/office/drawing/2014/main" id="{D406DAAD-D4C3-318B-6D95-858F51C7F330}"/>
              </a:ext>
            </a:extLst>
          </p:cNvPr>
          <p:cNvSpPr/>
          <p:nvPr/>
        </p:nvSpPr>
        <p:spPr>
          <a:xfrm>
            <a:off x="0" y="4937760"/>
            <a:ext cx="9144000" cy="4572"/>
          </a:xfrm>
          <a:prstGeom prst="rect">
            <a:avLst/>
          </a:prstGeom>
          <a:solidFill>
            <a:srgbClr val="0A2040"/>
          </a:solidFill>
          <a:ln w="3810">
            <a:solidFill>
              <a:srgbClr val="0A20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>
            <a:extLst>
              <a:ext uri="{FF2B5EF4-FFF2-40B4-BE49-F238E27FC236}">
                <a16:creationId xmlns:a16="http://schemas.microsoft.com/office/drawing/2014/main" id="{58B8F740-9ACC-748B-6428-59C3123A0BEE}"/>
              </a:ext>
            </a:extLst>
          </p:cNvPr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1" name="Shape 19">
            <a:extLst>
              <a:ext uri="{FF2B5EF4-FFF2-40B4-BE49-F238E27FC236}">
                <a16:creationId xmlns:a16="http://schemas.microsoft.com/office/drawing/2014/main" id="{DC22B5E6-529C-2C20-8124-3BEE68F458CC}"/>
              </a:ext>
            </a:extLst>
          </p:cNvPr>
          <p:cNvSpPr/>
          <p:nvPr/>
        </p:nvSpPr>
        <p:spPr>
          <a:xfrm>
            <a:off x="0" y="5093208"/>
            <a:ext cx="9144000" cy="50292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2" name="Shape 20">
            <a:extLst>
              <a:ext uri="{FF2B5EF4-FFF2-40B4-BE49-F238E27FC236}">
                <a16:creationId xmlns:a16="http://schemas.microsoft.com/office/drawing/2014/main" id="{2468F924-7C03-21F2-E0A7-B2C6C086EFA9}"/>
              </a:ext>
            </a:extLst>
          </p:cNvPr>
          <p:cNvSpPr/>
          <p:nvPr/>
        </p:nvSpPr>
        <p:spPr>
          <a:xfrm>
            <a:off x="73152" y="64008"/>
            <a:ext cx="274320" cy="36576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3" name="Shape 21">
            <a:extLst>
              <a:ext uri="{FF2B5EF4-FFF2-40B4-BE49-F238E27FC236}">
                <a16:creationId xmlns:a16="http://schemas.microsoft.com/office/drawing/2014/main" id="{26813AAE-0F77-4F6C-6501-1B06F7761741}"/>
              </a:ext>
            </a:extLst>
          </p:cNvPr>
          <p:cNvSpPr/>
          <p:nvPr/>
        </p:nvSpPr>
        <p:spPr>
          <a:xfrm>
            <a:off x="73152" y="64008"/>
            <a:ext cx="36576" cy="22860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4" name="Shape 22">
            <a:extLst>
              <a:ext uri="{FF2B5EF4-FFF2-40B4-BE49-F238E27FC236}">
                <a16:creationId xmlns:a16="http://schemas.microsoft.com/office/drawing/2014/main" id="{FA70EB96-3CBA-A071-DE2C-E78B9D212C16}"/>
              </a:ext>
            </a:extLst>
          </p:cNvPr>
          <p:cNvSpPr/>
          <p:nvPr/>
        </p:nvSpPr>
        <p:spPr>
          <a:xfrm>
            <a:off x="8796528" y="64008"/>
            <a:ext cx="274320" cy="36576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5" name="Shape 23">
            <a:extLst>
              <a:ext uri="{FF2B5EF4-FFF2-40B4-BE49-F238E27FC236}">
                <a16:creationId xmlns:a16="http://schemas.microsoft.com/office/drawing/2014/main" id="{42AF1665-A2CD-4BBB-AC4A-274DB182260C}"/>
              </a:ext>
            </a:extLst>
          </p:cNvPr>
          <p:cNvSpPr/>
          <p:nvPr/>
        </p:nvSpPr>
        <p:spPr>
          <a:xfrm>
            <a:off x="9034272" y="64008"/>
            <a:ext cx="36576" cy="22860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6" name="Shape 24">
            <a:extLst>
              <a:ext uri="{FF2B5EF4-FFF2-40B4-BE49-F238E27FC236}">
                <a16:creationId xmlns:a16="http://schemas.microsoft.com/office/drawing/2014/main" id="{AC0E6F84-0DE9-1977-2CF1-2D5E78D7D971}"/>
              </a:ext>
            </a:extLst>
          </p:cNvPr>
          <p:cNvSpPr/>
          <p:nvPr/>
        </p:nvSpPr>
        <p:spPr>
          <a:xfrm>
            <a:off x="73152" y="5042916"/>
            <a:ext cx="274320" cy="36576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7" name="Shape 25">
            <a:extLst>
              <a:ext uri="{FF2B5EF4-FFF2-40B4-BE49-F238E27FC236}">
                <a16:creationId xmlns:a16="http://schemas.microsoft.com/office/drawing/2014/main" id="{F85B906B-5964-063D-D68E-065CDD5DC8EC}"/>
              </a:ext>
            </a:extLst>
          </p:cNvPr>
          <p:cNvSpPr/>
          <p:nvPr/>
        </p:nvSpPr>
        <p:spPr>
          <a:xfrm>
            <a:off x="73152" y="4850892"/>
            <a:ext cx="36576" cy="22860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8" name="Shape 26">
            <a:extLst>
              <a:ext uri="{FF2B5EF4-FFF2-40B4-BE49-F238E27FC236}">
                <a16:creationId xmlns:a16="http://schemas.microsoft.com/office/drawing/2014/main" id="{7B9B667E-F24B-6658-E142-6E8FC6A5D379}"/>
              </a:ext>
            </a:extLst>
          </p:cNvPr>
          <p:cNvSpPr/>
          <p:nvPr/>
        </p:nvSpPr>
        <p:spPr>
          <a:xfrm>
            <a:off x="8796528" y="5042916"/>
            <a:ext cx="274320" cy="36576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9" name="Shape 27">
            <a:extLst>
              <a:ext uri="{FF2B5EF4-FFF2-40B4-BE49-F238E27FC236}">
                <a16:creationId xmlns:a16="http://schemas.microsoft.com/office/drawing/2014/main" id="{67997DC3-5E94-58E7-8690-CC6F1F587B31}"/>
              </a:ext>
            </a:extLst>
          </p:cNvPr>
          <p:cNvSpPr/>
          <p:nvPr/>
        </p:nvSpPr>
        <p:spPr>
          <a:xfrm>
            <a:off x="9034272" y="4850892"/>
            <a:ext cx="36576" cy="22860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30" name="Shape 28">
            <a:extLst>
              <a:ext uri="{FF2B5EF4-FFF2-40B4-BE49-F238E27FC236}">
                <a16:creationId xmlns:a16="http://schemas.microsoft.com/office/drawing/2014/main" id="{A6EBE028-3971-DED7-F2FB-199DE1E38CE3}"/>
              </a:ext>
            </a:extLst>
          </p:cNvPr>
          <p:cNvSpPr/>
          <p:nvPr/>
        </p:nvSpPr>
        <p:spPr>
          <a:xfrm>
            <a:off x="182880" y="109728"/>
            <a:ext cx="960120" cy="475488"/>
          </a:xfrm>
          <a:prstGeom prst="ellipse">
            <a:avLst/>
          </a:prstGeom>
          <a:solidFill>
            <a:srgbClr val="1C0E00"/>
          </a:solidFill>
          <a:ln w="17780">
            <a:solidFill>
              <a:srgbClr val="FF9500"/>
            </a:solidFill>
            <a:prstDash val="soli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31" name="Text 29">
            <a:extLst>
              <a:ext uri="{FF2B5EF4-FFF2-40B4-BE49-F238E27FC236}">
                <a16:creationId xmlns:a16="http://schemas.microsoft.com/office/drawing/2014/main" id="{2526DBC1-5EE9-8F96-7E46-065BD9680048}"/>
              </a:ext>
            </a:extLst>
          </p:cNvPr>
          <p:cNvSpPr/>
          <p:nvPr/>
        </p:nvSpPr>
        <p:spPr>
          <a:xfrm>
            <a:off x="182880" y="109728"/>
            <a:ext cx="960120" cy="475488"/>
          </a:xfrm>
          <a:prstGeom prst="rect">
            <a:avLst/>
          </a:prstGeom>
          <a:noFill/>
          <a:ln/>
          <a:effectLst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95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POWER</a:t>
            </a:r>
            <a:endParaRPr lang="en-US" sz="800" dirty="0"/>
          </a:p>
          <a:p>
            <a:pPr marL="0" indent="0" algn="ctr">
              <a:buNone/>
            </a:pPr>
            <a:r>
              <a:rPr lang="en-US" sz="800" b="1" dirty="0">
                <a:solidFill>
                  <a:srgbClr val="FF95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</a:t>
            </a:r>
            <a:endParaRPr lang="en-US" sz="800" dirty="0"/>
          </a:p>
        </p:txBody>
      </p:sp>
      <p:sp>
        <p:nvSpPr>
          <p:cNvPr id="39" name="Text 37">
            <a:extLst>
              <a:ext uri="{FF2B5EF4-FFF2-40B4-BE49-F238E27FC236}">
                <a16:creationId xmlns:a16="http://schemas.microsoft.com/office/drawing/2014/main" id="{D44192A7-6696-378E-FFFB-BEC924FD3D37}"/>
              </a:ext>
            </a:extLst>
          </p:cNvPr>
          <p:cNvSpPr/>
          <p:nvPr/>
        </p:nvSpPr>
        <p:spPr>
          <a:xfrm>
            <a:off x="256032" y="786384"/>
            <a:ext cx="2011680" cy="256032"/>
          </a:xfrm>
          <a:prstGeom prst="rect">
            <a:avLst/>
          </a:prstGeom>
          <a:noFill/>
          <a:ln/>
          <a:effectLst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b="1" kern="0" spc="300" dirty="0">
                <a:solidFill>
                  <a:srgbClr val="6688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TOP MODULE</a:t>
            </a:r>
            <a:endParaRPr lang="en-US" sz="750" dirty="0"/>
          </a:p>
        </p:txBody>
      </p:sp>
      <p:sp>
        <p:nvSpPr>
          <p:cNvPr id="40" name="Shape 38">
            <a:extLst>
              <a:ext uri="{FF2B5EF4-FFF2-40B4-BE49-F238E27FC236}">
                <a16:creationId xmlns:a16="http://schemas.microsoft.com/office/drawing/2014/main" id="{A7C87413-9D25-E1C4-17CC-39E8A054C7DD}"/>
              </a:ext>
            </a:extLst>
          </p:cNvPr>
          <p:cNvSpPr/>
          <p:nvPr/>
        </p:nvSpPr>
        <p:spPr>
          <a:xfrm>
            <a:off x="411480" y="896112"/>
            <a:ext cx="1783080" cy="804672"/>
          </a:xfrm>
          <a:prstGeom prst="rect">
            <a:avLst/>
          </a:prstGeom>
          <a:solidFill>
            <a:srgbClr val="0B2850"/>
          </a:solidFill>
          <a:ln w="15240">
            <a:solidFill>
              <a:srgbClr val="2B7AE0"/>
            </a:solidFill>
            <a:prstDash val="soli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41" name="Text 39">
            <a:extLst>
              <a:ext uri="{FF2B5EF4-FFF2-40B4-BE49-F238E27FC236}">
                <a16:creationId xmlns:a16="http://schemas.microsoft.com/office/drawing/2014/main" id="{42FD04F1-0170-4C07-CF72-3B32560F1DB5}"/>
              </a:ext>
            </a:extLst>
          </p:cNvPr>
          <p:cNvSpPr/>
          <p:nvPr/>
        </p:nvSpPr>
        <p:spPr>
          <a:xfrm>
            <a:off x="411480" y="896112"/>
            <a:ext cx="1783080" cy="450616"/>
          </a:xfrm>
          <a:prstGeom prst="rect">
            <a:avLst/>
          </a:prstGeom>
          <a:noFill/>
          <a:ln/>
          <a:effectLst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BOOT FSM</a:t>
            </a:r>
            <a:endParaRPr lang="en-US" sz="900" dirty="0"/>
          </a:p>
        </p:txBody>
      </p:sp>
      <p:sp>
        <p:nvSpPr>
          <p:cNvPr id="42" name="Text 40">
            <a:extLst>
              <a:ext uri="{FF2B5EF4-FFF2-40B4-BE49-F238E27FC236}">
                <a16:creationId xmlns:a16="http://schemas.microsoft.com/office/drawing/2014/main" id="{B6A494E7-0D7D-AA0E-7E2B-E3B89CABF1A9}"/>
              </a:ext>
            </a:extLst>
          </p:cNvPr>
          <p:cNvSpPr/>
          <p:nvPr/>
        </p:nvSpPr>
        <p:spPr>
          <a:xfrm>
            <a:off x="411480" y="1314541"/>
            <a:ext cx="1783080" cy="386243"/>
          </a:xfrm>
          <a:prstGeom prst="rect">
            <a:avLst/>
          </a:prstGeom>
          <a:noFill/>
          <a:ln/>
          <a:effectLst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00" i="1" dirty="0">
                <a:solidFill>
                  <a:srgbClr val="6688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Controller</a:t>
            </a:r>
            <a:endParaRPr lang="en-US" sz="700" dirty="0"/>
          </a:p>
        </p:txBody>
      </p:sp>
      <p:sp>
        <p:nvSpPr>
          <p:cNvPr id="38" name="Shape 54">
            <a:extLst>
              <a:ext uri="{FF2B5EF4-FFF2-40B4-BE49-F238E27FC236}">
                <a16:creationId xmlns:a16="http://schemas.microsoft.com/office/drawing/2014/main" id="{FB6E060C-5AA9-7B88-D428-FA59E35D9880}"/>
              </a:ext>
            </a:extLst>
          </p:cNvPr>
          <p:cNvSpPr/>
          <p:nvPr/>
        </p:nvSpPr>
        <p:spPr>
          <a:xfrm>
            <a:off x="662940" y="585216"/>
            <a:ext cx="0" cy="281087"/>
          </a:xfrm>
          <a:prstGeom prst="line">
            <a:avLst/>
          </a:prstGeom>
          <a:noFill/>
          <a:ln w="22860">
            <a:solidFill>
              <a:srgbClr val="FF9500">
                <a:alpha val="95000"/>
              </a:srgbClr>
            </a:solidFill>
            <a:prstDash val="solid"/>
            <a:tailEnd type="triangle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60" name="Text 55">
            <a:extLst>
              <a:ext uri="{FF2B5EF4-FFF2-40B4-BE49-F238E27FC236}">
                <a16:creationId xmlns:a16="http://schemas.microsoft.com/office/drawing/2014/main" id="{FD7AD5EC-EA9F-82F9-4281-844895D8CA4F}"/>
              </a:ext>
            </a:extLst>
          </p:cNvPr>
          <p:cNvSpPr/>
          <p:nvPr/>
        </p:nvSpPr>
        <p:spPr>
          <a:xfrm>
            <a:off x="961898" y="585216"/>
            <a:ext cx="1005840" cy="228600"/>
          </a:xfrm>
          <a:prstGeom prst="rect">
            <a:avLst/>
          </a:prstGeom>
          <a:solidFill>
            <a:srgbClr val="041020"/>
          </a:solidFill>
          <a:ln w="8890">
            <a:solidFill>
              <a:srgbClr val="FF9500"/>
            </a:solidFill>
          </a:ln>
          <a:effectLst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95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Boot request</a:t>
            </a:r>
            <a:endParaRPr lang="en-US" sz="750" dirty="0"/>
          </a:p>
        </p:txBody>
      </p:sp>
      <p:sp>
        <p:nvSpPr>
          <p:cNvPr id="55" name="Shape 52">
            <a:extLst>
              <a:ext uri="{FF2B5EF4-FFF2-40B4-BE49-F238E27FC236}">
                <a16:creationId xmlns:a16="http://schemas.microsoft.com/office/drawing/2014/main" id="{A7C4B3C5-72D5-1505-99CC-01C0C7B21D77}"/>
              </a:ext>
            </a:extLst>
          </p:cNvPr>
          <p:cNvSpPr/>
          <p:nvPr/>
        </p:nvSpPr>
        <p:spPr>
          <a:xfrm>
            <a:off x="2194560" y="4206240"/>
            <a:ext cx="4754880" cy="548640"/>
          </a:xfrm>
          <a:prstGeom prst="rect">
            <a:avLst/>
          </a:prstGeom>
          <a:solidFill>
            <a:srgbClr val="001E0E">
              <a:alpha val="90000"/>
            </a:srgbClr>
          </a:solidFill>
          <a:ln w="17780">
            <a:solidFill>
              <a:srgbClr val="00CC66"/>
            </a:solidFill>
            <a:prstDash val="soli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8" name="Text 53">
            <a:extLst>
              <a:ext uri="{FF2B5EF4-FFF2-40B4-BE49-F238E27FC236}">
                <a16:creationId xmlns:a16="http://schemas.microsoft.com/office/drawing/2014/main" id="{EB4A66D9-877A-64AD-FBCF-036CDA8FE25F}"/>
              </a:ext>
            </a:extLst>
          </p:cNvPr>
          <p:cNvSpPr/>
          <p:nvPr/>
        </p:nvSpPr>
        <p:spPr>
          <a:xfrm>
            <a:off x="2194560" y="4206240"/>
            <a:ext cx="4754880" cy="548640"/>
          </a:xfrm>
          <a:prstGeom prst="rect">
            <a:avLst/>
          </a:prstGeom>
          <a:noFill/>
          <a:ln/>
          <a:effectLst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CC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DEVICE TO BE AUTHENTICATED</a:t>
            </a:r>
            <a:endParaRPr lang="en-US" sz="1000" dirty="0"/>
          </a:p>
        </p:txBody>
      </p:sp>
      <p:sp>
        <p:nvSpPr>
          <p:cNvPr id="79" name="Shape 41">
            <a:extLst>
              <a:ext uri="{FF2B5EF4-FFF2-40B4-BE49-F238E27FC236}">
                <a16:creationId xmlns:a16="http://schemas.microsoft.com/office/drawing/2014/main" id="{F5D95221-712F-B9C9-5575-36D36DAE73B1}"/>
              </a:ext>
            </a:extLst>
          </p:cNvPr>
          <p:cNvSpPr/>
          <p:nvPr/>
        </p:nvSpPr>
        <p:spPr>
          <a:xfrm>
            <a:off x="3291840" y="1481328"/>
            <a:ext cx="2560320" cy="1115568"/>
          </a:xfrm>
          <a:prstGeom prst="ellipse">
            <a:avLst/>
          </a:prstGeom>
          <a:solidFill>
            <a:srgbClr val="280000"/>
          </a:solidFill>
          <a:ln w="19050">
            <a:solidFill>
              <a:srgbClr val="FF2244"/>
            </a:solidFill>
            <a:prstDash val="soli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80" name="Text 42">
            <a:extLst>
              <a:ext uri="{FF2B5EF4-FFF2-40B4-BE49-F238E27FC236}">
                <a16:creationId xmlns:a16="http://schemas.microsoft.com/office/drawing/2014/main" id="{FFB1CC53-5A05-B5DD-1040-DBE363BBCA31}"/>
              </a:ext>
            </a:extLst>
          </p:cNvPr>
          <p:cNvSpPr/>
          <p:nvPr/>
        </p:nvSpPr>
        <p:spPr>
          <a:xfrm>
            <a:off x="3291840" y="1481328"/>
            <a:ext cx="2560320" cy="1115568"/>
          </a:xfrm>
          <a:prstGeom prst="rect">
            <a:avLst/>
          </a:prstGeom>
          <a:noFill/>
          <a:ln/>
          <a:effectLst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6688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AUTHENTICATION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6688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DONE ✗</a:t>
            </a:r>
            <a:endParaRPr lang="en-US" sz="900" dirty="0"/>
          </a:p>
        </p:txBody>
      </p:sp>
      <p:sp>
        <p:nvSpPr>
          <p:cNvPr id="84" name="Shape 70"/>
          <p:cNvSpPr/>
          <p:nvPr/>
        </p:nvSpPr>
        <p:spPr>
          <a:xfrm>
            <a:off x="7150608" y="91440"/>
            <a:ext cx="1883664" cy="365760"/>
          </a:xfrm>
          <a:prstGeom prst="rect">
            <a:avLst/>
          </a:prstGeom>
          <a:solidFill>
            <a:srgbClr val="071830"/>
          </a:solidFill>
          <a:ln w="12700">
            <a:solidFill>
              <a:srgbClr val="FF9500"/>
            </a:solidFill>
            <a:prstDash val="soli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85" name="Text 71"/>
          <p:cNvSpPr/>
          <p:nvPr/>
        </p:nvSpPr>
        <p:spPr>
          <a:xfrm>
            <a:off x="7150608" y="91440"/>
            <a:ext cx="1883664" cy="365760"/>
          </a:xfrm>
          <a:prstGeom prst="rect">
            <a:avLst/>
          </a:prstGeom>
          <a:noFill/>
          <a:ln/>
          <a:effectLst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95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15· MAX RETRY</a:t>
            </a:r>
            <a:endParaRPr lang="en-US" sz="700" dirty="0"/>
          </a:p>
        </p:txBody>
      </p:sp>
      <p:sp>
        <p:nvSpPr>
          <p:cNvPr id="86" name="Shape 72"/>
          <p:cNvSpPr/>
          <p:nvPr/>
        </p:nvSpPr>
        <p:spPr>
          <a:xfrm>
            <a:off x="109728" y="4668012"/>
            <a:ext cx="2011680" cy="347472"/>
          </a:xfrm>
          <a:prstGeom prst="rect">
            <a:avLst/>
          </a:prstGeom>
          <a:solidFill>
            <a:srgbClr val="071830"/>
          </a:solidFill>
          <a:ln w="10160">
            <a:solidFill>
              <a:srgbClr val="FF9500"/>
            </a:solidFill>
            <a:prstDash val="soli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87" name="Text 73"/>
          <p:cNvSpPr/>
          <p:nvPr/>
        </p:nvSpPr>
        <p:spPr>
          <a:xfrm>
            <a:off x="109728" y="4668012"/>
            <a:ext cx="2011680" cy="347472"/>
          </a:xfrm>
          <a:prstGeom prst="rect">
            <a:avLst/>
          </a:prstGeom>
          <a:noFill/>
          <a:ln/>
          <a:effectLst/>
        </p:spPr>
        <p:txBody>
          <a:bodyPr wrap="square" lIns="0" tIns="7620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FF95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 Retry Counter → Max Retry → back to Auth Engine ]</a:t>
            </a:r>
            <a:endParaRPr lang="en-US" sz="800" dirty="0"/>
          </a:p>
        </p:txBody>
      </p:sp>
      <p:sp>
        <p:nvSpPr>
          <p:cNvPr id="88" name="Shape 56">
            <a:extLst>
              <a:ext uri="{FF2B5EF4-FFF2-40B4-BE49-F238E27FC236}">
                <a16:creationId xmlns:a16="http://schemas.microsoft.com/office/drawing/2014/main" id="{FD3AFAC3-E635-06D9-3BC4-F3BF07DF4027}"/>
              </a:ext>
            </a:extLst>
          </p:cNvPr>
          <p:cNvSpPr/>
          <p:nvPr/>
        </p:nvSpPr>
        <p:spPr>
          <a:xfrm>
            <a:off x="2194560" y="1298448"/>
            <a:ext cx="1120140" cy="505480"/>
          </a:xfrm>
          <a:prstGeom prst="line">
            <a:avLst/>
          </a:prstGeom>
          <a:noFill/>
          <a:ln w="22860">
            <a:solidFill>
              <a:srgbClr val="00D4FF">
                <a:alpha val="95000"/>
              </a:srgbClr>
            </a:solidFill>
            <a:prstDash val="solid"/>
            <a:tailEnd type="triangle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89" name="Text 57">
            <a:extLst>
              <a:ext uri="{FF2B5EF4-FFF2-40B4-BE49-F238E27FC236}">
                <a16:creationId xmlns:a16="http://schemas.microsoft.com/office/drawing/2014/main" id="{ADEC115F-9F7D-2BB7-9E6A-8B7979844CE0}"/>
              </a:ext>
            </a:extLst>
          </p:cNvPr>
          <p:cNvSpPr/>
          <p:nvPr/>
        </p:nvSpPr>
        <p:spPr>
          <a:xfrm>
            <a:off x="2590038" y="1189401"/>
            <a:ext cx="868680" cy="219456"/>
          </a:xfrm>
          <a:prstGeom prst="rect">
            <a:avLst/>
          </a:prstGeom>
          <a:solidFill>
            <a:srgbClr val="041020"/>
          </a:solidFill>
          <a:ln w="8890">
            <a:solidFill>
              <a:srgbClr val="00D4FF"/>
            </a:solidFill>
          </a:ln>
          <a:effectLst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auth_start</a:t>
            </a:r>
            <a:endParaRPr lang="en-US" sz="750" dirty="0"/>
          </a:p>
        </p:txBody>
      </p:sp>
      <p:sp>
        <p:nvSpPr>
          <p:cNvPr id="90" name="Shape 30">
            <a:extLst>
              <a:ext uri="{FF2B5EF4-FFF2-40B4-BE49-F238E27FC236}">
                <a16:creationId xmlns:a16="http://schemas.microsoft.com/office/drawing/2014/main" id="{7CBAEBEF-9278-D4FA-72AF-14B7FA6B400D}"/>
              </a:ext>
            </a:extLst>
          </p:cNvPr>
          <p:cNvSpPr/>
          <p:nvPr/>
        </p:nvSpPr>
        <p:spPr>
          <a:xfrm>
            <a:off x="3627120" y="109728"/>
            <a:ext cx="1920240" cy="475488"/>
          </a:xfrm>
          <a:prstGeom prst="rect">
            <a:avLst/>
          </a:prstGeom>
          <a:solidFill>
            <a:srgbClr val="180038"/>
          </a:solidFill>
          <a:ln w="15240">
            <a:solidFill>
              <a:srgbClr val="8844EE"/>
            </a:solidFill>
            <a:prstDash val="soli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91" name="Text 31">
            <a:extLst>
              <a:ext uri="{FF2B5EF4-FFF2-40B4-BE49-F238E27FC236}">
                <a16:creationId xmlns:a16="http://schemas.microsoft.com/office/drawing/2014/main" id="{1551D27F-C80B-1979-1FED-463F0D2B512D}"/>
              </a:ext>
            </a:extLst>
          </p:cNvPr>
          <p:cNvSpPr/>
          <p:nvPr/>
        </p:nvSpPr>
        <p:spPr>
          <a:xfrm>
            <a:off x="3627120" y="109728"/>
            <a:ext cx="1920240" cy="266273"/>
          </a:xfrm>
          <a:prstGeom prst="rect">
            <a:avLst/>
          </a:prstGeom>
          <a:noFill/>
          <a:ln/>
          <a:effectLst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MEMORY</a:t>
            </a:r>
            <a:endParaRPr lang="en-US" sz="900" dirty="0"/>
          </a:p>
        </p:txBody>
      </p:sp>
      <p:sp>
        <p:nvSpPr>
          <p:cNvPr id="92" name="Text 32">
            <a:extLst>
              <a:ext uri="{FF2B5EF4-FFF2-40B4-BE49-F238E27FC236}">
                <a16:creationId xmlns:a16="http://schemas.microsoft.com/office/drawing/2014/main" id="{EDEE6CBF-6A4C-065B-0CAA-D3EF10C27FDC}"/>
              </a:ext>
            </a:extLst>
          </p:cNvPr>
          <p:cNvSpPr/>
          <p:nvPr/>
        </p:nvSpPr>
        <p:spPr>
          <a:xfrm>
            <a:off x="3627120" y="356982"/>
            <a:ext cx="1920240" cy="228234"/>
          </a:xfrm>
          <a:prstGeom prst="rect">
            <a:avLst/>
          </a:prstGeom>
          <a:noFill/>
          <a:ln/>
          <a:effectLst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00" i="1" dirty="0">
                <a:solidFill>
                  <a:srgbClr val="6688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DDR / Flash</a:t>
            </a:r>
            <a:endParaRPr lang="en-US" sz="700" dirty="0"/>
          </a:p>
        </p:txBody>
      </p:sp>
      <p:sp>
        <p:nvSpPr>
          <p:cNvPr id="93" name="Shape 33">
            <a:extLst>
              <a:ext uri="{FF2B5EF4-FFF2-40B4-BE49-F238E27FC236}">
                <a16:creationId xmlns:a16="http://schemas.microsoft.com/office/drawing/2014/main" id="{C31C82A0-991F-7706-4D41-76D152F2C2EA}"/>
              </a:ext>
            </a:extLst>
          </p:cNvPr>
          <p:cNvSpPr/>
          <p:nvPr/>
        </p:nvSpPr>
        <p:spPr>
          <a:xfrm>
            <a:off x="6752844" y="981710"/>
            <a:ext cx="1737360" cy="475488"/>
          </a:xfrm>
          <a:prstGeom prst="rect">
            <a:avLst/>
          </a:prstGeom>
          <a:solidFill>
            <a:srgbClr val="2A1E00"/>
          </a:solidFill>
          <a:ln w="15240">
            <a:solidFill>
              <a:srgbClr val="CC9900"/>
            </a:solidFill>
            <a:prstDash val="soli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94" name="Text 34">
            <a:extLst>
              <a:ext uri="{FF2B5EF4-FFF2-40B4-BE49-F238E27FC236}">
                <a16:creationId xmlns:a16="http://schemas.microsoft.com/office/drawing/2014/main" id="{50EF2EFA-0754-C244-5AF4-6A1F4EE39188}"/>
              </a:ext>
            </a:extLst>
          </p:cNvPr>
          <p:cNvSpPr/>
          <p:nvPr/>
        </p:nvSpPr>
        <p:spPr>
          <a:xfrm>
            <a:off x="6752844" y="968715"/>
            <a:ext cx="1737360" cy="266273"/>
          </a:xfrm>
          <a:prstGeom prst="rect">
            <a:avLst/>
          </a:prstGeom>
          <a:noFill/>
          <a:ln/>
          <a:effectLst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SECURE KEY</a:t>
            </a:r>
            <a:endParaRPr lang="en-US" sz="900" dirty="0"/>
          </a:p>
        </p:txBody>
      </p:sp>
      <p:sp>
        <p:nvSpPr>
          <p:cNvPr id="95" name="Text 35">
            <a:extLst>
              <a:ext uri="{FF2B5EF4-FFF2-40B4-BE49-F238E27FC236}">
                <a16:creationId xmlns:a16="http://schemas.microsoft.com/office/drawing/2014/main" id="{A6F6A367-2496-47B0-63D7-55F2D36DA72B}"/>
              </a:ext>
            </a:extLst>
          </p:cNvPr>
          <p:cNvSpPr/>
          <p:nvPr/>
        </p:nvSpPr>
        <p:spPr>
          <a:xfrm>
            <a:off x="6752844" y="1228964"/>
            <a:ext cx="1737360" cy="228234"/>
          </a:xfrm>
          <a:prstGeom prst="rect">
            <a:avLst/>
          </a:prstGeom>
          <a:noFill/>
          <a:ln/>
          <a:effectLst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00" i="1" dirty="0">
                <a:solidFill>
                  <a:srgbClr val="6688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Storage</a:t>
            </a:r>
            <a:endParaRPr lang="en-US" sz="700" dirty="0"/>
          </a:p>
        </p:txBody>
      </p:sp>
      <p:sp>
        <p:nvSpPr>
          <p:cNvPr id="96" name="Shape 58">
            <a:extLst>
              <a:ext uri="{FF2B5EF4-FFF2-40B4-BE49-F238E27FC236}">
                <a16:creationId xmlns:a16="http://schemas.microsoft.com/office/drawing/2014/main" id="{B7D3DA9B-690B-5F91-C68C-5E00DD1255CD}"/>
              </a:ext>
            </a:extLst>
          </p:cNvPr>
          <p:cNvSpPr/>
          <p:nvPr/>
        </p:nvSpPr>
        <p:spPr>
          <a:xfrm flipH="1">
            <a:off x="4589702" y="591800"/>
            <a:ext cx="4572" cy="889528"/>
          </a:xfrm>
          <a:prstGeom prst="line">
            <a:avLst/>
          </a:prstGeom>
          <a:noFill/>
          <a:ln w="22860">
            <a:solidFill>
              <a:srgbClr val="9B4DFF">
                <a:alpha val="95000"/>
              </a:srgbClr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97" name="Text 59">
            <a:extLst>
              <a:ext uri="{FF2B5EF4-FFF2-40B4-BE49-F238E27FC236}">
                <a16:creationId xmlns:a16="http://schemas.microsoft.com/office/drawing/2014/main" id="{31113FE4-4A63-57E6-E2F2-77B3E266C2A3}"/>
              </a:ext>
            </a:extLst>
          </p:cNvPr>
          <p:cNvSpPr/>
          <p:nvPr/>
        </p:nvSpPr>
        <p:spPr>
          <a:xfrm>
            <a:off x="4655820" y="713232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9B4D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FW_Data</a:t>
            </a:r>
            <a:endParaRPr lang="en-US" sz="700" dirty="0"/>
          </a:p>
        </p:txBody>
      </p:sp>
      <p:sp>
        <p:nvSpPr>
          <p:cNvPr id="98" name="Text 60">
            <a:extLst>
              <a:ext uri="{FF2B5EF4-FFF2-40B4-BE49-F238E27FC236}">
                <a16:creationId xmlns:a16="http://schemas.microsoft.com/office/drawing/2014/main" id="{B60533EA-5071-7505-F017-AE9B78BC2395}"/>
              </a:ext>
            </a:extLst>
          </p:cNvPr>
          <p:cNvSpPr/>
          <p:nvPr/>
        </p:nvSpPr>
        <p:spPr>
          <a:xfrm>
            <a:off x="4655820" y="914400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9B4D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FW_Valid</a:t>
            </a:r>
            <a:endParaRPr lang="en-US" sz="700" dirty="0"/>
          </a:p>
        </p:txBody>
      </p:sp>
      <p:sp>
        <p:nvSpPr>
          <p:cNvPr id="99" name="Text 61">
            <a:extLst>
              <a:ext uri="{FF2B5EF4-FFF2-40B4-BE49-F238E27FC236}">
                <a16:creationId xmlns:a16="http://schemas.microsoft.com/office/drawing/2014/main" id="{02F2F8D5-F1D3-4733-B5C9-BC2731A7EB45}"/>
              </a:ext>
            </a:extLst>
          </p:cNvPr>
          <p:cNvSpPr/>
          <p:nvPr/>
        </p:nvSpPr>
        <p:spPr>
          <a:xfrm>
            <a:off x="4655820" y="1115568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9B4D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FW_last</a:t>
            </a:r>
            <a:endParaRPr lang="en-US" sz="700" dirty="0"/>
          </a:p>
        </p:txBody>
      </p:sp>
      <p:sp>
        <p:nvSpPr>
          <p:cNvPr id="100" name="Shape 62">
            <a:extLst>
              <a:ext uri="{FF2B5EF4-FFF2-40B4-BE49-F238E27FC236}">
                <a16:creationId xmlns:a16="http://schemas.microsoft.com/office/drawing/2014/main" id="{7EF6A76E-B2A8-909C-000B-BB53785008FB}"/>
              </a:ext>
            </a:extLst>
          </p:cNvPr>
          <p:cNvSpPr/>
          <p:nvPr/>
        </p:nvSpPr>
        <p:spPr>
          <a:xfrm flipH="1">
            <a:off x="5757672" y="1321856"/>
            <a:ext cx="995172" cy="491958"/>
          </a:xfrm>
          <a:prstGeom prst="line">
            <a:avLst/>
          </a:prstGeom>
          <a:noFill/>
          <a:ln w="22860">
            <a:solidFill>
              <a:srgbClr val="FFD000">
                <a:alpha val="95000"/>
              </a:srgbClr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01" name="Text 63">
            <a:extLst>
              <a:ext uri="{FF2B5EF4-FFF2-40B4-BE49-F238E27FC236}">
                <a16:creationId xmlns:a16="http://schemas.microsoft.com/office/drawing/2014/main" id="{2B79C8DF-7D43-FD19-88AF-A0FC9EA9C18B}"/>
              </a:ext>
            </a:extLst>
          </p:cNvPr>
          <p:cNvSpPr/>
          <p:nvPr/>
        </p:nvSpPr>
        <p:spPr>
          <a:xfrm>
            <a:off x="5422392" y="1170432"/>
            <a:ext cx="868680" cy="219456"/>
          </a:xfrm>
          <a:prstGeom prst="rect">
            <a:avLst/>
          </a:prstGeom>
          <a:solidFill>
            <a:srgbClr val="041020"/>
          </a:solidFill>
          <a:ln w="8890">
            <a:solidFill>
              <a:srgbClr val="FFD000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D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Secure Key</a:t>
            </a:r>
            <a:endParaRPr lang="en-US" sz="750" dirty="0"/>
          </a:p>
        </p:txBody>
      </p:sp>
      <p:sp>
        <p:nvSpPr>
          <p:cNvPr id="104" name="Shape 43">
            <a:extLst>
              <a:ext uri="{FF2B5EF4-FFF2-40B4-BE49-F238E27FC236}">
                <a16:creationId xmlns:a16="http://schemas.microsoft.com/office/drawing/2014/main" id="{DC81951C-D733-BA5C-414F-49D845A41888}"/>
              </a:ext>
            </a:extLst>
          </p:cNvPr>
          <p:cNvSpPr/>
          <p:nvPr/>
        </p:nvSpPr>
        <p:spPr>
          <a:xfrm>
            <a:off x="381000" y="2933700"/>
            <a:ext cx="1783080" cy="804672"/>
          </a:xfrm>
          <a:prstGeom prst="rect">
            <a:avLst/>
          </a:prstGeom>
          <a:solidFill>
            <a:srgbClr val="012018"/>
          </a:solidFill>
          <a:ln w="15240">
            <a:solidFill>
              <a:srgbClr val="00B860"/>
            </a:solidFill>
            <a:prstDash val="soli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05" name="Text 44">
            <a:extLst>
              <a:ext uri="{FF2B5EF4-FFF2-40B4-BE49-F238E27FC236}">
                <a16:creationId xmlns:a16="http://schemas.microsoft.com/office/drawing/2014/main" id="{EFD7753F-F4C7-C06A-595D-3F3A50B370FA}"/>
              </a:ext>
            </a:extLst>
          </p:cNvPr>
          <p:cNvSpPr/>
          <p:nvPr/>
        </p:nvSpPr>
        <p:spPr>
          <a:xfrm>
            <a:off x="381000" y="2933700"/>
            <a:ext cx="1783080" cy="450616"/>
          </a:xfrm>
          <a:prstGeom prst="rect">
            <a:avLst/>
          </a:prstGeom>
          <a:noFill/>
          <a:ln/>
          <a:effectLst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POLICY</a:t>
            </a:r>
            <a:endParaRPr lang="en-US" sz="900" dirty="0"/>
          </a:p>
        </p:txBody>
      </p:sp>
      <p:sp>
        <p:nvSpPr>
          <p:cNvPr id="106" name="Text 45">
            <a:extLst>
              <a:ext uri="{FF2B5EF4-FFF2-40B4-BE49-F238E27FC236}">
                <a16:creationId xmlns:a16="http://schemas.microsoft.com/office/drawing/2014/main" id="{63E29A88-2030-CE34-46D6-C4645170E216}"/>
              </a:ext>
            </a:extLst>
          </p:cNvPr>
          <p:cNvSpPr/>
          <p:nvPr/>
        </p:nvSpPr>
        <p:spPr>
          <a:xfrm>
            <a:off x="381000" y="3352129"/>
            <a:ext cx="1783080" cy="386243"/>
          </a:xfrm>
          <a:prstGeom prst="rect">
            <a:avLst/>
          </a:prstGeom>
          <a:noFill/>
          <a:ln/>
          <a:effectLst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00" i="1" dirty="0">
                <a:solidFill>
                  <a:srgbClr val="6688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Engine</a:t>
            </a:r>
            <a:endParaRPr lang="en-US" sz="700" dirty="0"/>
          </a:p>
        </p:txBody>
      </p:sp>
      <p:sp>
        <p:nvSpPr>
          <p:cNvPr id="107" name="Text 65">
            <a:extLst>
              <a:ext uri="{FF2B5EF4-FFF2-40B4-BE49-F238E27FC236}">
                <a16:creationId xmlns:a16="http://schemas.microsoft.com/office/drawing/2014/main" id="{830687C1-93FE-FFD9-E400-E5CA0AE42FF1}"/>
              </a:ext>
            </a:extLst>
          </p:cNvPr>
          <p:cNvSpPr/>
          <p:nvPr/>
        </p:nvSpPr>
        <p:spPr>
          <a:xfrm>
            <a:off x="2004294" y="2452878"/>
            <a:ext cx="868680" cy="237744"/>
          </a:xfrm>
          <a:prstGeom prst="rect">
            <a:avLst/>
          </a:prstGeom>
          <a:solidFill>
            <a:srgbClr val="041020"/>
          </a:solidFill>
          <a:ln w="8890">
            <a:solidFill>
              <a:srgbClr val="FF2244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22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Auth_fail</a:t>
            </a:r>
            <a:endParaRPr lang="en-US" sz="750" dirty="0"/>
          </a:p>
        </p:txBody>
      </p:sp>
      <p:sp>
        <p:nvSpPr>
          <p:cNvPr id="108" name="Shape 64">
            <a:extLst>
              <a:ext uri="{FF2B5EF4-FFF2-40B4-BE49-F238E27FC236}">
                <a16:creationId xmlns:a16="http://schemas.microsoft.com/office/drawing/2014/main" id="{B241A269-B8D0-0DF4-C675-362CD453C069}"/>
              </a:ext>
            </a:extLst>
          </p:cNvPr>
          <p:cNvSpPr/>
          <p:nvPr/>
        </p:nvSpPr>
        <p:spPr>
          <a:xfrm flipH="1">
            <a:off x="2191892" y="2363644"/>
            <a:ext cx="1224154" cy="904281"/>
          </a:xfrm>
          <a:prstGeom prst="line">
            <a:avLst/>
          </a:prstGeom>
          <a:noFill/>
          <a:ln w="25400">
            <a:solidFill>
              <a:srgbClr val="FF2244">
                <a:alpha val="95000"/>
              </a:srgbClr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09" name="Shape 66">
            <a:extLst>
              <a:ext uri="{FF2B5EF4-FFF2-40B4-BE49-F238E27FC236}">
                <a16:creationId xmlns:a16="http://schemas.microsoft.com/office/drawing/2014/main" id="{F81EDF5C-083C-2BB1-A22D-B4A9FECDA6A2}"/>
              </a:ext>
            </a:extLst>
          </p:cNvPr>
          <p:cNvSpPr/>
          <p:nvPr/>
        </p:nvSpPr>
        <p:spPr>
          <a:xfrm flipV="1">
            <a:off x="2204084" y="3318216"/>
            <a:ext cx="1462658" cy="2109"/>
          </a:xfrm>
          <a:prstGeom prst="line">
            <a:avLst/>
          </a:prstGeom>
          <a:noFill/>
          <a:ln w="22860">
            <a:solidFill>
              <a:srgbClr val="FF2244">
                <a:alpha val="95000"/>
              </a:srgbClr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10" name="Text 67">
            <a:extLst>
              <a:ext uri="{FF2B5EF4-FFF2-40B4-BE49-F238E27FC236}">
                <a16:creationId xmlns:a16="http://schemas.microsoft.com/office/drawing/2014/main" id="{CF376EF1-0679-5828-D2C3-8A510A275489}"/>
              </a:ext>
            </a:extLst>
          </p:cNvPr>
          <p:cNvSpPr/>
          <p:nvPr/>
        </p:nvSpPr>
        <p:spPr>
          <a:xfrm>
            <a:off x="2368296" y="3434242"/>
            <a:ext cx="868680" cy="237744"/>
          </a:xfrm>
          <a:prstGeom prst="rect">
            <a:avLst/>
          </a:prstGeom>
          <a:solidFill>
            <a:srgbClr val="041020"/>
          </a:solidFill>
          <a:ln w="8890">
            <a:solidFill>
              <a:srgbClr val="FF2244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22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Policy Deny</a:t>
            </a:r>
            <a:endParaRPr lang="en-US" sz="750" dirty="0"/>
          </a:p>
        </p:txBody>
      </p:sp>
      <p:sp>
        <p:nvSpPr>
          <p:cNvPr id="111" name="Shape 68">
            <a:extLst>
              <a:ext uri="{FF2B5EF4-FFF2-40B4-BE49-F238E27FC236}">
                <a16:creationId xmlns:a16="http://schemas.microsoft.com/office/drawing/2014/main" id="{1C75F842-C22D-F646-CA8A-35E36276C594}"/>
              </a:ext>
            </a:extLst>
          </p:cNvPr>
          <p:cNvSpPr/>
          <p:nvPr/>
        </p:nvSpPr>
        <p:spPr>
          <a:xfrm flipV="1">
            <a:off x="4572000" y="2596896"/>
            <a:ext cx="0" cy="322152"/>
          </a:xfrm>
          <a:prstGeom prst="line">
            <a:avLst/>
          </a:prstGeom>
          <a:noFill/>
          <a:ln w="22860">
            <a:solidFill>
              <a:srgbClr val="FF9500">
                <a:alpha val="95000"/>
              </a:srgbClr>
            </a:solidFill>
            <a:prstDash val="solid"/>
            <a:tailEnd type="triangle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12" name="Text 69">
            <a:extLst>
              <a:ext uri="{FF2B5EF4-FFF2-40B4-BE49-F238E27FC236}">
                <a16:creationId xmlns:a16="http://schemas.microsoft.com/office/drawing/2014/main" id="{F11032FB-7E61-94D9-A913-E1AF186151C6}"/>
              </a:ext>
            </a:extLst>
          </p:cNvPr>
          <p:cNvSpPr/>
          <p:nvPr/>
        </p:nvSpPr>
        <p:spPr>
          <a:xfrm>
            <a:off x="5061204" y="2610612"/>
            <a:ext cx="868680" cy="237744"/>
          </a:xfrm>
          <a:prstGeom prst="rect">
            <a:avLst/>
          </a:prstGeom>
          <a:solidFill>
            <a:srgbClr val="041020"/>
          </a:solidFill>
          <a:ln w="8890">
            <a:solidFill>
              <a:srgbClr val="FF9500"/>
            </a:solidFill>
          </a:ln>
          <a:effectLst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95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Max Retry</a:t>
            </a:r>
            <a:endParaRPr lang="en-US" sz="750" dirty="0"/>
          </a:p>
        </p:txBody>
      </p:sp>
      <p:sp>
        <p:nvSpPr>
          <p:cNvPr id="113" name="Shape 46">
            <a:extLst>
              <a:ext uri="{FF2B5EF4-FFF2-40B4-BE49-F238E27FC236}">
                <a16:creationId xmlns:a16="http://schemas.microsoft.com/office/drawing/2014/main" id="{D5A3B149-B56A-9819-2D19-CC41B93807CF}"/>
              </a:ext>
            </a:extLst>
          </p:cNvPr>
          <p:cNvSpPr/>
          <p:nvPr/>
        </p:nvSpPr>
        <p:spPr>
          <a:xfrm>
            <a:off x="3675886" y="2919048"/>
            <a:ext cx="1975104" cy="804672"/>
          </a:xfrm>
          <a:prstGeom prst="rect">
            <a:avLst/>
          </a:prstGeom>
          <a:solidFill>
            <a:srgbClr val="251000"/>
          </a:solidFill>
          <a:ln w="15240">
            <a:solidFill>
              <a:srgbClr val="CC6600"/>
            </a:solidFill>
            <a:prstDash val="solid"/>
          </a:ln>
          <a:effectLst>
            <a:glow rad="76200">
              <a:srgbClr val="FF9933">
                <a:alpha val="45000"/>
              </a:srgbClr>
            </a:glow>
          </a:effectLst>
        </p:spPr>
        <p:txBody>
          <a:bodyPr/>
          <a:lstStyle/>
          <a:p>
            <a:endParaRPr lang="en-US"/>
          </a:p>
        </p:txBody>
      </p:sp>
      <p:sp>
        <p:nvSpPr>
          <p:cNvPr id="114" name="Text 47">
            <a:extLst>
              <a:ext uri="{FF2B5EF4-FFF2-40B4-BE49-F238E27FC236}">
                <a16:creationId xmlns:a16="http://schemas.microsoft.com/office/drawing/2014/main" id="{40AFF15C-BD4F-7D66-E60E-A9BE0E4F9180}"/>
              </a:ext>
            </a:extLst>
          </p:cNvPr>
          <p:cNvSpPr/>
          <p:nvPr/>
        </p:nvSpPr>
        <p:spPr>
          <a:xfrm>
            <a:off x="3675886" y="2919048"/>
            <a:ext cx="1975104" cy="450616"/>
          </a:xfrm>
          <a:prstGeom prst="rect">
            <a:avLst/>
          </a:prstGeom>
          <a:noFill/>
          <a:ln/>
          <a:effectLst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RETRY</a:t>
            </a:r>
            <a:endParaRPr lang="en-US" sz="900" dirty="0"/>
          </a:p>
        </p:txBody>
      </p:sp>
      <p:sp>
        <p:nvSpPr>
          <p:cNvPr id="115" name="Text 48">
            <a:extLst>
              <a:ext uri="{FF2B5EF4-FFF2-40B4-BE49-F238E27FC236}">
                <a16:creationId xmlns:a16="http://schemas.microsoft.com/office/drawing/2014/main" id="{B0ABD45F-6458-3F1E-789C-2649C771FC3F}"/>
              </a:ext>
            </a:extLst>
          </p:cNvPr>
          <p:cNvSpPr/>
          <p:nvPr/>
        </p:nvSpPr>
        <p:spPr>
          <a:xfrm>
            <a:off x="3675886" y="3337477"/>
            <a:ext cx="1975104" cy="386243"/>
          </a:xfrm>
          <a:prstGeom prst="rect">
            <a:avLst/>
          </a:prstGeom>
          <a:noFill/>
          <a:ln/>
          <a:effectLst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00" i="1" dirty="0">
                <a:solidFill>
                  <a:srgbClr val="6688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Counter</a:t>
            </a:r>
            <a:endParaRPr lang="en-US" sz="700" dirty="0"/>
          </a:p>
        </p:txBody>
      </p:sp>
      <p:sp>
        <p:nvSpPr>
          <p:cNvPr id="118" name="Shape 49">
            <a:extLst>
              <a:ext uri="{FF2B5EF4-FFF2-40B4-BE49-F238E27FC236}">
                <a16:creationId xmlns:a16="http://schemas.microsoft.com/office/drawing/2014/main" id="{E90C370D-66EF-8637-D488-4008D4C58EB5}"/>
              </a:ext>
            </a:extLst>
          </p:cNvPr>
          <p:cNvSpPr/>
          <p:nvPr/>
        </p:nvSpPr>
        <p:spPr>
          <a:xfrm>
            <a:off x="6748272" y="2834640"/>
            <a:ext cx="1828800" cy="804672"/>
          </a:xfrm>
          <a:prstGeom prst="rect">
            <a:avLst/>
          </a:prstGeom>
          <a:solidFill>
            <a:srgbClr val="250000"/>
          </a:solidFill>
          <a:ln w="15240">
            <a:solidFill>
              <a:srgbClr val="CC1122"/>
            </a:solidFill>
            <a:prstDash val="soli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19" name="Text 50">
            <a:extLst>
              <a:ext uri="{FF2B5EF4-FFF2-40B4-BE49-F238E27FC236}">
                <a16:creationId xmlns:a16="http://schemas.microsoft.com/office/drawing/2014/main" id="{CCE6C9C7-D241-4287-319C-F82662972674}"/>
              </a:ext>
            </a:extLst>
          </p:cNvPr>
          <p:cNvSpPr/>
          <p:nvPr/>
        </p:nvSpPr>
        <p:spPr>
          <a:xfrm>
            <a:off x="6748272" y="2834640"/>
            <a:ext cx="1828800" cy="450616"/>
          </a:xfrm>
          <a:prstGeom prst="rect">
            <a:avLst/>
          </a:prstGeom>
          <a:noFill/>
          <a:ln/>
          <a:effectLst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LOCKDOWN</a:t>
            </a:r>
            <a:endParaRPr lang="en-US" sz="900" dirty="0"/>
          </a:p>
        </p:txBody>
      </p:sp>
      <p:sp>
        <p:nvSpPr>
          <p:cNvPr id="120" name="Text 51">
            <a:extLst>
              <a:ext uri="{FF2B5EF4-FFF2-40B4-BE49-F238E27FC236}">
                <a16:creationId xmlns:a16="http://schemas.microsoft.com/office/drawing/2014/main" id="{BCF42705-6199-148C-6C97-880F47312284}"/>
              </a:ext>
            </a:extLst>
          </p:cNvPr>
          <p:cNvSpPr/>
          <p:nvPr/>
        </p:nvSpPr>
        <p:spPr>
          <a:xfrm>
            <a:off x="6748272" y="3253069"/>
            <a:ext cx="1828800" cy="386243"/>
          </a:xfrm>
          <a:prstGeom prst="rect">
            <a:avLst/>
          </a:prstGeom>
          <a:noFill/>
          <a:ln/>
          <a:effectLst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00" i="1" dirty="0">
                <a:solidFill>
                  <a:srgbClr val="6688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Control</a:t>
            </a:r>
            <a:endParaRPr lang="en-US" sz="700" dirty="0"/>
          </a:p>
        </p:txBody>
      </p:sp>
    </p:spTree>
    <p:extLst>
      <p:ext uri="{BB962C8B-B14F-4D97-AF65-F5344CB8AC3E}">
        <p14:creationId xmlns:p14="http://schemas.microsoft.com/office/powerpoint/2010/main" val="344017705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med" p14:dur="700">
        <p159:morph option="byObject"/>
      </p:transition>
    </mc:Choice>
    <mc:Fallback xmlns=""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4102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2519257-2B9C-C397-D365-DB4224CEBB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973E83A2-C749-8618-97CC-E3A4B1CBD335}"/>
              </a:ext>
            </a:extLst>
          </p:cNvPr>
          <p:cNvSpPr/>
          <p:nvPr/>
        </p:nvSpPr>
        <p:spPr>
          <a:xfrm>
            <a:off x="0" y="0"/>
            <a:ext cx="4572" cy="5143500"/>
          </a:xfrm>
          <a:prstGeom prst="rect">
            <a:avLst/>
          </a:prstGeom>
          <a:solidFill>
            <a:srgbClr val="0A2040"/>
          </a:solidFill>
          <a:ln w="3810">
            <a:solidFill>
              <a:srgbClr val="0A20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E9ADC862-4E38-0E4A-980B-8DEDFD31722C}"/>
              </a:ext>
            </a:extLst>
          </p:cNvPr>
          <p:cNvSpPr/>
          <p:nvPr/>
        </p:nvSpPr>
        <p:spPr>
          <a:xfrm>
            <a:off x="914400" y="0"/>
            <a:ext cx="4572" cy="5143500"/>
          </a:xfrm>
          <a:prstGeom prst="rect">
            <a:avLst/>
          </a:prstGeom>
          <a:solidFill>
            <a:srgbClr val="0A2040"/>
          </a:solidFill>
          <a:ln w="3810">
            <a:solidFill>
              <a:srgbClr val="0A20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3FBF66CF-530B-89A0-513A-0B495FB76A7F}"/>
              </a:ext>
            </a:extLst>
          </p:cNvPr>
          <p:cNvSpPr/>
          <p:nvPr/>
        </p:nvSpPr>
        <p:spPr>
          <a:xfrm>
            <a:off x="1828800" y="0"/>
            <a:ext cx="4572" cy="5143500"/>
          </a:xfrm>
          <a:prstGeom prst="rect">
            <a:avLst/>
          </a:prstGeom>
          <a:solidFill>
            <a:srgbClr val="0A2040"/>
          </a:solidFill>
          <a:ln w="3810">
            <a:solidFill>
              <a:srgbClr val="0A20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A48BBA96-37C6-606B-171E-50B01A0EDD98}"/>
              </a:ext>
            </a:extLst>
          </p:cNvPr>
          <p:cNvSpPr/>
          <p:nvPr/>
        </p:nvSpPr>
        <p:spPr>
          <a:xfrm>
            <a:off x="2743200" y="0"/>
            <a:ext cx="4572" cy="5143500"/>
          </a:xfrm>
          <a:prstGeom prst="rect">
            <a:avLst/>
          </a:prstGeom>
          <a:solidFill>
            <a:srgbClr val="0A2040"/>
          </a:solidFill>
          <a:ln w="3810">
            <a:solidFill>
              <a:srgbClr val="0A20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77F7A977-3BC0-1ED4-896D-5D67C93B7380}"/>
              </a:ext>
            </a:extLst>
          </p:cNvPr>
          <p:cNvSpPr/>
          <p:nvPr/>
        </p:nvSpPr>
        <p:spPr>
          <a:xfrm>
            <a:off x="3657600" y="0"/>
            <a:ext cx="4572" cy="5143500"/>
          </a:xfrm>
          <a:prstGeom prst="rect">
            <a:avLst/>
          </a:prstGeom>
          <a:solidFill>
            <a:srgbClr val="0A2040"/>
          </a:solidFill>
          <a:ln w="3810">
            <a:solidFill>
              <a:srgbClr val="0A20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A720FFA9-7299-37B9-29EA-0E2D47A844FD}"/>
              </a:ext>
            </a:extLst>
          </p:cNvPr>
          <p:cNvSpPr/>
          <p:nvPr/>
        </p:nvSpPr>
        <p:spPr>
          <a:xfrm>
            <a:off x="4572000" y="0"/>
            <a:ext cx="4572" cy="5143500"/>
          </a:xfrm>
          <a:prstGeom prst="rect">
            <a:avLst/>
          </a:prstGeom>
          <a:solidFill>
            <a:srgbClr val="0A2040"/>
          </a:solidFill>
          <a:ln w="3810">
            <a:solidFill>
              <a:srgbClr val="0A20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9C561D09-D35D-A78E-DF71-240538344078}"/>
              </a:ext>
            </a:extLst>
          </p:cNvPr>
          <p:cNvSpPr/>
          <p:nvPr/>
        </p:nvSpPr>
        <p:spPr>
          <a:xfrm>
            <a:off x="5486400" y="0"/>
            <a:ext cx="4572" cy="5143500"/>
          </a:xfrm>
          <a:prstGeom prst="rect">
            <a:avLst/>
          </a:prstGeom>
          <a:solidFill>
            <a:srgbClr val="0A2040"/>
          </a:solidFill>
          <a:ln w="3810">
            <a:solidFill>
              <a:srgbClr val="0A20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45141AD9-F057-DA8B-7AD0-6A240ED4FAE0}"/>
              </a:ext>
            </a:extLst>
          </p:cNvPr>
          <p:cNvSpPr/>
          <p:nvPr/>
        </p:nvSpPr>
        <p:spPr>
          <a:xfrm>
            <a:off x="6400800" y="0"/>
            <a:ext cx="4572" cy="5143500"/>
          </a:xfrm>
          <a:prstGeom prst="rect">
            <a:avLst/>
          </a:prstGeom>
          <a:solidFill>
            <a:srgbClr val="0A2040"/>
          </a:solidFill>
          <a:ln w="3810">
            <a:solidFill>
              <a:srgbClr val="0A20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54E4129D-794F-C5C1-D6A2-330FEC62AB6E}"/>
              </a:ext>
            </a:extLst>
          </p:cNvPr>
          <p:cNvSpPr/>
          <p:nvPr/>
        </p:nvSpPr>
        <p:spPr>
          <a:xfrm>
            <a:off x="7315200" y="0"/>
            <a:ext cx="4572" cy="5143500"/>
          </a:xfrm>
          <a:prstGeom prst="rect">
            <a:avLst/>
          </a:prstGeom>
          <a:solidFill>
            <a:srgbClr val="0A2040"/>
          </a:solidFill>
          <a:ln w="3810">
            <a:solidFill>
              <a:srgbClr val="0A20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327BBF9D-CF28-EF03-82DA-AA08D19FA0FA}"/>
              </a:ext>
            </a:extLst>
          </p:cNvPr>
          <p:cNvSpPr/>
          <p:nvPr/>
        </p:nvSpPr>
        <p:spPr>
          <a:xfrm>
            <a:off x="8229600" y="0"/>
            <a:ext cx="4572" cy="5143500"/>
          </a:xfrm>
          <a:prstGeom prst="rect">
            <a:avLst/>
          </a:prstGeom>
          <a:solidFill>
            <a:srgbClr val="0A2040"/>
          </a:solidFill>
          <a:ln w="3810">
            <a:solidFill>
              <a:srgbClr val="0A20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6A2A6B4F-3CD8-0ABA-9271-05E38A4577F0}"/>
              </a:ext>
            </a:extLst>
          </p:cNvPr>
          <p:cNvSpPr/>
          <p:nvPr/>
        </p:nvSpPr>
        <p:spPr>
          <a:xfrm>
            <a:off x="9144000" y="0"/>
            <a:ext cx="4572" cy="5143500"/>
          </a:xfrm>
          <a:prstGeom prst="rect">
            <a:avLst/>
          </a:prstGeom>
          <a:solidFill>
            <a:srgbClr val="0A2040"/>
          </a:solidFill>
          <a:ln w="3810">
            <a:solidFill>
              <a:srgbClr val="0A20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6BB5B62F-D249-8792-220D-62DD2D524350}"/>
              </a:ext>
            </a:extLst>
          </p:cNvPr>
          <p:cNvSpPr/>
          <p:nvPr/>
        </p:nvSpPr>
        <p:spPr>
          <a:xfrm>
            <a:off x="0" y="0"/>
            <a:ext cx="9144000" cy="4572"/>
          </a:xfrm>
          <a:prstGeom prst="rect">
            <a:avLst/>
          </a:prstGeom>
          <a:solidFill>
            <a:srgbClr val="0A2040"/>
          </a:solidFill>
          <a:ln w="3810">
            <a:solidFill>
              <a:srgbClr val="0A20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66686871-94F3-10A9-2DC5-9D2382D27557}"/>
              </a:ext>
            </a:extLst>
          </p:cNvPr>
          <p:cNvSpPr/>
          <p:nvPr/>
        </p:nvSpPr>
        <p:spPr>
          <a:xfrm>
            <a:off x="0" y="822960"/>
            <a:ext cx="9144000" cy="4572"/>
          </a:xfrm>
          <a:prstGeom prst="rect">
            <a:avLst/>
          </a:prstGeom>
          <a:solidFill>
            <a:srgbClr val="0A2040"/>
          </a:solidFill>
          <a:ln w="3810">
            <a:solidFill>
              <a:srgbClr val="0A20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>
            <a:extLst>
              <a:ext uri="{FF2B5EF4-FFF2-40B4-BE49-F238E27FC236}">
                <a16:creationId xmlns:a16="http://schemas.microsoft.com/office/drawing/2014/main" id="{85ABA3AA-0196-7CF3-4AB9-2B0050EBE6AC}"/>
              </a:ext>
            </a:extLst>
          </p:cNvPr>
          <p:cNvSpPr/>
          <p:nvPr/>
        </p:nvSpPr>
        <p:spPr>
          <a:xfrm>
            <a:off x="0" y="1645920"/>
            <a:ext cx="9144000" cy="4572"/>
          </a:xfrm>
          <a:prstGeom prst="rect">
            <a:avLst/>
          </a:prstGeom>
          <a:solidFill>
            <a:srgbClr val="0A2040"/>
          </a:solidFill>
          <a:ln w="3810">
            <a:solidFill>
              <a:srgbClr val="0A20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>
            <a:extLst>
              <a:ext uri="{FF2B5EF4-FFF2-40B4-BE49-F238E27FC236}">
                <a16:creationId xmlns:a16="http://schemas.microsoft.com/office/drawing/2014/main" id="{DBC6A19A-154B-35C5-5830-CF49979161FE}"/>
              </a:ext>
            </a:extLst>
          </p:cNvPr>
          <p:cNvSpPr/>
          <p:nvPr/>
        </p:nvSpPr>
        <p:spPr>
          <a:xfrm>
            <a:off x="0" y="2468880"/>
            <a:ext cx="9144000" cy="4572"/>
          </a:xfrm>
          <a:prstGeom prst="rect">
            <a:avLst/>
          </a:prstGeom>
          <a:solidFill>
            <a:srgbClr val="0A2040"/>
          </a:solidFill>
          <a:ln w="3810">
            <a:solidFill>
              <a:srgbClr val="0A20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>
            <a:extLst>
              <a:ext uri="{FF2B5EF4-FFF2-40B4-BE49-F238E27FC236}">
                <a16:creationId xmlns:a16="http://schemas.microsoft.com/office/drawing/2014/main" id="{FDFFE2D2-9198-C844-9E10-4F38D1D6F33B}"/>
              </a:ext>
            </a:extLst>
          </p:cNvPr>
          <p:cNvSpPr/>
          <p:nvPr/>
        </p:nvSpPr>
        <p:spPr>
          <a:xfrm>
            <a:off x="0" y="3291840"/>
            <a:ext cx="9144000" cy="4572"/>
          </a:xfrm>
          <a:prstGeom prst="rect">
            <a:avLst/>
          </a:prstGeom>
          <a:solidFill>
            <a:srgbClr val="0A2040"/>
          </a:solidFill>
          <a:ln w="3810">
            <a:solidFill>
              <a:srgbClr val="0A20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>
            <a:extLst>
              <a:ext uri="{FF2B5EF4-FFF2-40B4-BE49-F238E27FC236}">
                <a16:creationId xmlns:a16="http://schemas.microsoft.com/office/drawing/2014/main" id="{9C83CB6D-5FB1-A1C4-C393-713F067B0FA8}"/>
              </a:ext>
            </a:extLst>
          </p:cNvPr>
          <p:cNvSpPr/>
          <p:nvPr/>
        </p:nvSpPr>
        <p:spPr>
          <a:xfrm>
            <a:off x="0" y="4114800"/>
            <a:ext cx="9144000" cy="4572"/>
          </a:xfrm>
          <a:prstGeom prst="rect">
            <a:avLst/>
          </a:prstGeom>
          <a:solidFill>
            <a:srgbClr val="0A2040"/>
          </a:solidFill>
          <a:ln w="3810">
            <a:solidFill>
              <a:srgbClr val="0A20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>
            <a:extLst>
              <a:ext uri="{FF2B5EF4-FFF2-40B4-BE49-F238E27FC236}">
                <a16:creationId xmlns:a16="http://schemas.microsoft.com/office/drawing/2014/main" id="{A711A8A6-25D7-E289-AC36-96FD29F698A2}"/>
              </a:ext>
            </a:extLst>
          </p:cNvPr>
          <p:cNvSpPr/>
          <p:nvPr/>
        </p:nvSpPr>
        <p:spPr>
          <a:xfrm>
            <a:off x="0" y="4937760"/>
            <a:ext cx="9144000" cy="4572"/>
          </a:xfrm>
          <a:prstGeom prst="rect">
            <a:avLst/>
          </a:prstGeom>
          <a:solidFill>
            <a:srgbClr val="0A2040"/>
          </a:solidFill>
          <a:ln w="3810">
            <a:solidFill>
              <a:srgbClr val="0A20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>
            <a:extLst>
              <a:ext uri="{FF2B5EF4-FFF2-40B4-BE49-F238E27FC236}">
                <a16:creationId xmlns:a16="http://schemas.microsoft.com/office/drawing/2014/main" id="{F7CB789E-8E24-2A6E-D3BF-41294258F11F}"/>
              </a:ext>
            </a:extLst>
          </p:cNvPr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1" name="Shape 19">
            <a:extLst>
              <a:ext uri="{FF2B5EF4-FFF2-40B4-BE49-F238E27FC236}">
                <a16:creationId xmlns:a16="http://schemas.microsoft.com/office/drawing/2014/main" id="{32CDCB85-A595-73FD-DFF2-505CEAF5D2E0}"/>
              </a:ext>
            </a:extLst>
          </p:cNvPr>
          <p:cNvSpPr/>
          <p:nvPr/>
        </p:nvSpPr>
        <p:spPr>
          <a:xfrm>
            <a:off x="0" y="5093208"/>
            <a:ext cx="9144000" cy="50292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2" name="Shape 20">
            <a:extLst>
              <a:ext uri="{FF2B5EF4-FFF2-40B4-BE49-F238E27FC236}">
                <a16:creationId xmlns:a16="http://schemas.microsoft.com/office/drawing/2014/main" id="{F8D99891-129D-6B66-89A7-C1D11D7A3023}"/>
              </a:ext>
            </a:extLst>
          </p:cNvPr>
          <p:cNvSpPr/>
          <p:nvPr/>
        </p:nvSpPr>
        <p:spPr>
          <a:xfrm>
            <a:off x="73152" y="64008"/>
            <a:ext cx="274320" cy="36576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3" name="Shape 21">
            <a:extLst>
              <a:ext uri="{FF2B5EF4-FFF2-40B4-BE49-F238E27FC236}">
                <a16:creationId xmlns:a16="http://schemas.microsoft.com/office/drawing/2014/main" id="{3344FFF6-C131-C3C5-A5A8-193C9FDBB55A}"/>
              </a:ext>
            </a:extLst>
          </p:cNvPr>
          <p:cNvSpPr/>
          <p:nvPr/>
        </p:nvSpPr>
        <p:spPr>
          <a:xfrm>
            <a:off x="73152" y="64008"/>
            <a:ext cx="36576" cy="22860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4" name="Shape 22">
            <a:extLst>
              <a:ext uri="{FF2B5EF4-FFF2-40B4-BE49-F238E27FC236}">
                <a16:creationId xmlns:a16="http://schemas.microsoft.com/office/drawing/2014/main" id="{6C0B69EE-D420-0361-80E7-2CEF25590338}"/>
              </a:ext>
            </a:extLst>
          </p:cNvPr>
          <p:cNvSpPr/>
          <p:nvPr/>
        </p:nvSpPr>
        <p:spPr>
          <a:xfrm>
            <a:off x="8796528" y="64008"/>
            <a:ext cx="274320" cy="36576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5" name="Shape 23">
            <a:extLst>
              <a:ext uri="{FF2B5EF4-FFF2-40B4-BE49-F238E27FC236}">
                <a16:creationId xmlns:a16="http://schemas.microsoft.com/office/drawing/2014/main" id="{E2B04FFB-BE3A-F070-8BAB-E898F140FB71}"/>
              </a:ext>
            </a:extLst>
          </p:cNvPr>
          <p:cNvSpPr/>
          <p:nvPr/>
        </p:nvSpPr>
        <p:spPr>
          <a:xfrm>
            <a:off x="9034272" y="64008"/>
            <a:ext cx="36576" cy="22860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6" name="Shape 24">
            <a:extLst>
              <a:ext uri="{FF2B5EF4-FFF2-40B4-BE49-F238E27FC236}">
                <a16:creationId xmlns:a16="http://schemas.microsoft.com/office/drawing/2014/main" id="{77830409-6C33-F742-61D5-AA5D26149EC6}"/>
              </a:ext>
            </a:extLst>
          </p:cNvPr>
          <p:cNvSpPr/>
          <p:nvPr/>
        </p:nvSpPr>
        <p:spPr>
          <a:xfrm>
            <a:off x="73152" y="5042916"/>
            <a:ext cx="274320" cy="36576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7" name="Shape 25">
            <a:extLst>
              <a:ext uri="{FF2B5EF4-FFF2-40B4-BE49-F238E27FC236}">
                <a16:creationId xmlns:a16="http://schemas.microsoft.com/office/drawing/2014/main" id="{68B7D9B9-DD34-8B0D-E1FB-68F5C27C3C84}"/>
              </a:ext>
            </a:extLst>
          </p:cNvPr>
          <p:cNvSpPr/>
          <p:nvPr/>
        </p:nvSpPr>
        <p:spPr>
          <a:xfrm>
            <a:off x="73152" y="4850892"/>
            <a:ext cx="36576" cy="22860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8" name="Shape 26">
            <a:extLst>
              <a:ext uri="{FF2B5EF4-FFF2-40B4-BE49-F238E27FC236}">
                <a16:creationId xmlns:a16="http://schemas.microsoft.com/office/drawing/2014/main" id="{D035C470-3ED6-655F-A23D-CCEBA82733A7}"/>
              </a:ext>
            </a:extLst>
          </p:cNvPr>
          <p:cNvSpPr/>
          <p:nvPr/>
        </p:nvSpPr>
        <p:spPr>
          <a:xfrm>
            <a:off x="8796528" y="5042916"/>
            <a:ext cx="274320" cy="36576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9" name="Shape 27">
            <a:extLst>
              <a:ext uri="{FF2B5EF4-FFF2-40B4-BE49-F238E27FC236}">
                <a16:creationId xmlns:a16="http://schemas.microsoft.com/office/drawing/2014/main" id="{0B634406-E78A-D3B3-6386-3C9F38AECB7B}"/>
              </a:ext>
            </a:extLst>
          </p:cNvPr>
          <p:cNvSpPr/>
          <p:nvPr/>
        </p:nvSpPr>
        <p:spPr>
          <a:xfrm>
            <a:off x="9034272" y="4850892"/>
            <a:ext cx="36576" cy="22860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30" name="Shape 28">
            <a:extLst>
              <a:ext uri="{FF2B5EF4-FFF2-40B4-BE49-F238E27FC236}">
                <a16:creationId xmlns:a16="http://schemas.microsoft.com/office/drawing/2014/main" id="{800DC736-75EE-819D-949B-6484C2DAB41A}"/>
              </a:ext>
            </a:extLst>
          </p:cNvPr>
          <p:cNvSpPr/>
          <p:nvPr/>
        </p:nvSpPr>
        <p:spPr>
          <a:xfrm>
            <a:off x="182880" y="109728"/>
            <a:ext cx="960120" cy="475488"/>
          </a:xfrm>
          <a:prstGeom prst="ellipse">
            <a:avLst/>
          </a:prstGeom>
          <a:solidFill>
            <a:srgbClr val="1C0E00"/>
          </a:solidFill>
          <a:ln w="17780">
            <a:solidFill>
              <a:srgbClr val="FF9500"/>
            </a:solidFill>
            <a:prstDash val="soli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31" name="Text 29">
            <a:extLst>
              <a:ext uri="{FF2B5EF4-FFF2-40B4-BE49-F238E27FC236}">
                <a16:creationId xmlns:a16="http://schemas.microsoft.com/office/drawing/2014/main" id="{168FF5F8-B76A-1377-9C26-46A15DAFD239}"/>
              </a:ext>
            </a:extLst>
          </p:cNvPr>
          <p:cNvSpPr/>
          <p:nvPr/>
        </p:nvSpPr>
        <p:spPr>
          <a:xfrm>
            <a:off x="182880" y="109728"/>
            <a:ext cx="960120" cy="475488"/>
          </a:xfrm>
          <a:prstGeom prst="rect">
            <a:avLst/>
          </a:prstGeom>
          <a:noFill/>
          <a:ln/>
          <a:effectLst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95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POWER</a:t>
            </a:r>
            <a:endParaRPr lang="en-US" sz="800" dirty="0"/>
          </a:p>
          <a:p>
            <a:pPr marL="0" indent="0" algn="ctr">
              <a:buNone/>
            </a:pPr>
            <a:r>
              <a:rPr lang="en-US" sz="800" b="1" dirty="0">
                <a:solidFill>
                  <a:srgbClr val="FF95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</a:t>
            </a:r>
            <a:endParaRPr lang="en-US" sz="800" dirty="0"/>
          </a:p>
        </p:txBody>
      </p:sp>
      <p:sp>
        <p:nvSpPr>
          <p:cNvPr id="39" name="Text 37">
            <a:extLst>
              <a:ext uri="{FF2B5EF4-FFF2-40B4-BE49-F238E27FC236}">
                <a16:creationId xmlns:a16="http://schemas.microsoft.com/office/drawing/2014/main" id="{5095C5A2-B05C-5979-DEDD-0F617A601D5E}"/>
              </a:ext>
            </a:extLst>
          </p:cNvPr>
          <p:cNvSpPr/>
          <p:nvPr/>
        </p:nvSpPr>
        <p:spPr>
          <a:xfrm>
            <a:off x="256032" y="786384"/>
            <a:ext cx="2011680" cy="256032"/>
          </a:xfrm>
          <a:prstGeom prst="rect">
            <a:avLst/>
          </a:prstGeom>
          <a:noFill/>
          <a:ln/>
          <a:effectLst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b="1" kern="0" spc="300" dirty="0">
                <a:solidFill>
                  <a:srgbClr val="6688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TOP MODULE</a:t>
            </a:r>
            <a:endParaRPr lang="en-US" sz="750" dirty="0"/>
          </a:p>
        </p:txBody>
      </p:sp>
      <p:sp>
        <p:nvSpPr>
          <p:cNvPr id="40" name="Shape 38">
            <a:extLst>
              <a:ext uri="{FF2B5EF4-FFF2-40B4-BE49-F238E27FC236}">
                <a16:creationId xmlns:a16="http://schemas.microsoft.com/office/drawing/2014/main" id="{25DF5CB9-ADF3-E204-756C-CCC63A161D37}"/>
              </a:ext>
            </a:extLst>
          </p:cNvPr>
          <p:cNvSpPr/>
          <p:nvPr/>
        </p:nvSpPr>
        <p:spPr>
          <a:xfrm>
            <a:off x="411480" y="896112"/>
            <a:ext cx="1783080" cy="804672"/>
          </a:xfrm>
          <a:prstGeom prst="rect">
            <a:avLst/>
          </a:prstGeom>
          <a:solidFill>
            <a:srgbClr val="0B2850"/>
          </a:solidFill>
          <a:ln w="15240">
            <a:solidFill>
              <a:srgbClr val="2B7AE0"/>
            </a:solidFill>
            <a:prstDash val="soli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41" name="Text 39">
            <a:extLst>
              <a:ext uri="{FF2B5EF4-FFF2-40B4-BE49-F238E27FC236}">
                <a16:creationId xmlns:a16="http://schemas.microsoft.com/office/drawing/2014/main" id="{7B97513D-9ECE-BBB3-8107-5C7DDA9806B5}"/>
              </a:ext>
            </a:extLst>
          </p:cNvPr>
          <p:cNvSpPr/>
          <p:nvPr/>
        </p:nvSpPr>
        <p:spPr>
          <a:xfrm>
            <a:off x="411480" y="896112"/>
            <a:ext cx="1783080" cy="450616"/>
          </a:xfrm>
          <a:prstGeom prst="rect">
            <a:avLst/>
          </a:prstGeom>
          <a:noFill/>
          <a:ln/>
          <a:effectLst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BOOT FSM</a:t>
            </a:r>
            <a:endParaRPr lang="en-US" sz="900" dirty="0"/>
          </a:p>
        </p:txBody>
      </p:sp>
      <p:sp>
        <p:nvSpPr>
          <p:cNvPr id="42" name="Text 40">
            <a:extLst>
              <a:ext uri="{FF2B5EF4-FFF2-40B4-BE49-F238E27FC236}">
                <a16:creationId xmlns:a16="http://schemas.microsoft.com/office/drawing/2014/main" id="{1F65332C-B174-8027-F428-1E3F2102C4CC}"/>
              </a:ext>
            </a:extLst>
          </p:cNvPr>
          <p:cNvSpPr/>
          <p:nvPr/>
        </p:nvSpPr>
        <p:spPr>
          <a:xfrm>
            <a:off x="411480" y="1314541"/>
            <a:ext cx="1783080" cy="386243"/>
          </a:xfrm>
          <a:prstGeom prst="rect">
            <a:avLst/>
          </a:prstGeom>
          <a:noFill/>
          <a:ln/>
          <a:effectLst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00" i="1" dirty="0">
                <a:solidFill>
                  <a:srgbClr val="6688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Controller</a:t>
            </a:r>
            <a:endParaRPr lang="en-US" sz="700" dirty="0"/>
          </a:p>
        </p:txBody>
      </p:sp>
      <p:sp>
        <p:nvSpPr>
          <p:cNvPr id="38" name="Shape 54">
            <a:extLst>
              <a:ext uri="{FF2B5EF4-FFF2-40B4-BE49-F238E27FC236}">
                <a16:creationId xmlns:a16="http://schemas.microsoft.com/office/drawing/2014/main" id="{F494E161-BEC2-B0F7-1FA3-D09907337360}"/>
              </a:ext>
            </a:extLst>
          </p:cNvPr>
          <p:cNvSpPr/>
          <p:nvPr/>
        </p:nvSpPr>
        <p:spPr>
          <a:xfrm>
            <a:off x="662940" y="585216"/>
            <a:ext cx="0" cy="281087"/>
          </a:xfrm>
          <a:prstGeom prst="line">
            <a:avLst/>
          </a:prstGeom>
          <a:noFill/>
          <a:ln w="22860">
            <a:solidFill>
              <a:srgbClr val="FF9500">
                <a:alpha val="95000"/>
              </a:srgbClr>
            </a:solidFill>
            <a:prstDash val="solid"/>
            <a:tailEnd type="triangle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60" name="Text 55">
            <a:extLst>
              <a:ext uri="{FF2B5EF4-FFF2-40B4-BE49-F238E27FC236}">
                <a16:creationId xmlns:a16="http://schemas.microsoft.com/office/drawing/2014/main" id="{01277B05-752E-163A-B793-1DB6E8BBEEC8}"/>
              </a:ext>
            </a:extLst>
          </p:cNvPr>
          <p:cNvSpPr/>
          <p:nvPr/>
        </p:nvSpPr>
        <p:spPr>
          <a:xfrm>
            <a:off x="961898" y="585216"/>
            <a:ext cx="1005840" cy="228600"/>
          </a:xfrm>
          <a:prstGeom prst="rect">
            <a:avLst/>
          </a:prstGeom>
          <a:solidFill>
            <a:srgbClr val="041020"/>
          </a:solidFill>
          <a:ln w="8890">
            <a:solidFill>
              <a:srgbClr val="FF9500"/>
            </a:solidFill>
          </a:ln>
          <a:effectLst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95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Boot request</a:t>
            </a:r>
            <a:endParaRPr lang="en-US" sz="750" dirty="0"/>
          </a:p>
        </p:txBody>
      </p:sp>
      <p:sp>
        <p:nvSpPr>
          <p:cNvPr id="55" name="Shape 52">
            <a:extLst>
              <a:ext uri="{FF2B5EF4-FFF2-40B4-BE49-F238E27FC236}">
                <a16:creationId xmlns:a16="http://schemas.microsoft.com/office/drawing/2014/main" id="{97AF6A0A-8775-DA66-FEEA-9E418D092E4C}"/>
              </a:ext>
            </a:extLst>
          </p:cNvPr>
          <p:cNvSpPr/>
          <p:nvPr/>
        </p:nvSpPr>
        <p:spPr>
          <a:xfrm>
            <a:off x="2194560" y="4206240"/>
            <a:ext cx="4754880" cy="548640"/>
          </a:xfrm>
          <a:prstGeom prst="rect">
            <a:avLst/>
          </a:prstGeom>
          <a:solidFill>
            <a:srgbClr val="001E0E">
              <a:alpha val="90000"/>
            </a:srgbClr>
          </a:solidFill>
          <a:ln w="17780">
            <a:solidFill>
              <a:srgbClr val="00CC66"/>
            </a:solidFill>
            <a:prstDash val="soli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8" name="Text 53">
            <a:extLst>
              <a:ext uri="{FF2B5EF4-FFF2-40B4-BE49-F238E27FC236}">
                <a16:creationId xmlns:a16="http://schemas.microsoft.com/office/drawing/2014/main" id="{3DBC7A1F-3F0E-0637-4239-7783CCD0189D}"/>
              </a:ext>
            </a:extLst>
          </p:cNvPr>
          <p:cNvSpPr/>
          <p:nvPr/>
        </p:nvSpPr>
        <p:spPr>
          <a:xfrm>
            <a:off x="2194560" y="4206240"/>
            <a:ext cx="4754880" cy="548640"/>
          </a:xfrm>
          <a:prstGeom prst="rect">
            <a:avLst/>
          </a:prstGeom>
          <a:noFill/>
          <a:ln/>
          <a:effectLst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CC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DEVICE TO BE AUTHENTICATED</a:t>
            </a:r>
            <a:endParaRPr lang="en-US" sz="1000" dirty="0"/>
          </a:p>
        </p:txBody>
      </p:sp>
      <p:sp>
        <p:nvSpPr>
          <p:cNvPr id="79" name="Shape 41">
            <a:extLst>
              <a:ext uri="{FF2B5EF4-FFF2-40B4-BE49-F238E27FC236}">
                <a16:creationId xmlns:a16="http://schemas.microsoft.com/office/drawing/2014/main" id="{3627FB85-0DE1-15F4-BF58-ACBDA96FE1B0}"/>
              </a:ext>
            </a:extLst>
          </p:cNvPr>
          <p:cNvSpPr/>
          <p:nvPr/>
        </p:nvSpPr>
        <p:spPr>
          <a:xfrm>
            <a:off x="3291840" y="1481328"/>
            <a:ext cx="2560320" cy="1115568"/>
          </a:xfrm>
          <a:prstGeom prst="ellipse">
            <a:avLst/>
          </a:prstGeom>
          <a:solidFill>
            <a:srgbClr val="280000"/>
          </a:solidFill>
          <a:ln w="19050">
            <a:solidFill>
              <a:srgbClr val="FF2244"/>
            </a:solidFill>
            <a:prstDash val="soli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80" name="Text 42">
            <a:extLst>
              <a:ext uri="{FF2B5EF4-FFF2-40B4-BE49-F238E27FC236}">
                <a16:creationId xmlns:a16="http://schemas.microsoft.com/office/drawing/2014/main" id="{FB1E224E-75FC-E6AB-EFC8-5A293E9F3286}"/>
              </a:ext>
            </a:extLst>
          </p:cNvPr>
          <p:cNvSpPr/>
          <p:nvPr/>
        </p:nvSpPr>
        <p:spPr>
          <a:xfrm>
            <a:off x="3291840" y="1481328"/>
            <a:ext cx="2560320" cy="1115568"/>
          </a:xfrm>
          <a:prstGeom prst="rect">
            <a:avLst/>
          </a:prstGeom>
          <a:noFill/>
          <a:ln/>
          <a:effectLst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6688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AUTHENTICATION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6688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DONE ✗</a:t>
            </a:r>
            <a:endParaRPr lang="en-US" sz="900" dirty="0"/>
          </a:p>
        </p:txBody>
      </p:sp>
      <p:sp>
        <p:nvSpPr>
          <p:cNvPr id="47" name="Shape 72"/>
          <p:cNvSpPr/>
          <p:nvPr/>
        </p:nvSpPr>
        <p:spPr>
          <a:xfrm>
            <a:off x="7150608" y="91440"/>
            <a:ext cx="1883664" cy="365760"/>
          </a:xfrm>
          <a:prstGeom prst="rect">
            <a:avLst/>
          </a:prstGeom>
          <a:solidFill>
            <a:srgbClr val="071830"/>
          </a:solidFill>
          <a:ln w="12700">
            <a:solidFill>
              <a:srgbClr val="FF22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 73"/>
          <p:cNvSpPr/>
          <p:nvPr/>
        </p:nvSpPr>
        <p:spPr>
          <a:xfrm>
            <a:off x="7150608" y="91440"/>
            <a:ext cx="188366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22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16· LOCKDOWN</a:t>
            </a:r>
            <a:endParaRPr lang="en-US" sz="700" dirty="0"/>
          </a:p>
        </p:txBody>
      </p:sp>
      <p:sp>
        <p:nvSpPr>
          <p:cNvPr id="54" name="Shape 74"/>
          <p:cNvSpPr/>
          <p:nvPr/>
        </p:nvSpPr>
        <p:spPr>
          <a:xfrm>
            <a:off x="109728" y="4668012"/>
            <a:ext cx="2043684" cy="347472"/>
          </a:xfrm>
          <a:prstGeom prst="rect">
            <a:avLst/>
          </a:prstGeom>
          <a:solidFill>
            <a:srgbClr val="071830"/>
          </a:solidFill>
          <a:ln w="10160">
            <a:solidFill>
              <a:srgbClr val="FF22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Text 75"/>
          <p:cNvSpPr/>
          <p:nvPr/>
        </p:nvSpPr>
        <p:spPr>
          <a:xfrm>
            <a:off x="109728" y="4668012"/>
            <a:ext cx="2043684" cy="347472"/>
          </a:xfrm>
          <a:prstGeom prst="rect">
            <a:avLst/>
          </a:prstGeom>
          <a:noFill/>
          <a:ln/>
        </p:spPr>
        <p:txBody>
          <a:bodyPr wrap="square" lIns="0" tIns="7620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FF22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 Max Retry exceeded → Lockdown Control activated ]</a:t>
            </a:r>
            <a:endParaRPr lang="en-US" sz="800" dirty="0"/>
          </a:p>
        </p:txBody>
      </p:sp>
      <p:sp>
        <p:nvSpPr>
          <p:cNvPr id="68" name="Shape 56">
            <a:extLst>
              <a:ext uri="{FF2B5EF4-FFF2-40B4-BE49-F238E27FC236}">
                <a16:creationId xmlns:a16="http://schemas.microsoft.com/office/drawing/2014/main" id="{DEAB8FCD-E70F-E835-053D-6C24ADE7D9FF}"/>
              </a:ext>
            </a:extLst>
          </p:cNvPr>
          <p:cNvSpPr/>
          <p:nvPr/>
        </p:nvSpPr>
        <p:spPr>
          <a:xfrm>
            <a:off x="2194560" y="1298448"/>
            <a:ext cx="1120140" cy="505480"/>
          </a:xfrm>
          <a:prstGeom prst="line">
            <a:avLst/>
          </a:prstGeom>
          <a:noFill/>
          <a:ln w="22860">
            <a:solidFill>
              <a:srgbClr val="00D4FF">
                <a:alpha val="95000"/>
              </a:srgbClr>
            </a:solidFill>
            <a:prstDash val="solid"/>
            <a:tailEnd type="triangle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69" name="Text 57">
            <a:extLst>
              <a:ext uri="{FF2B5EF4-FFF2-40B4-BE49-F238E27FC236}">
                <a16:creationId xmlns:a16="http://schemas.microsoft.com/office/drawing/2014/main" id="{7D70D2B1-DF28-9007-6411-C2D708308541}"/>
              </a:ext>
            </a:extLst>
          </p:cNvPr>
          <p:cNvSpPr/>
          <p:nvPr/>
        </p:nvSpPr>
        <p:spPr>
          <a:xfrm>
            <a:off x="2590038" y="1189401"/>
            <a:ext cx="868680" cy="219456"/>
          </a:xfrm>
          <a:prstGeom prst="rect">
            <a:avLst/>
          </a:prstGeom>
          <a:solidFill>
            <a:srgbClr val="041020"/>
          </a:solidFill>
          <a:ln w="8890">
            <a:solidFill>
              <a:srgbClr val="00D4FF"/>
            </a:solidFill>
          </a:ln>
          <a:effectLst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auth_start</a:t>
            </a:r>
            <a:endParaRPr lang="en-US" sz="750" dirty="0"/>
          </a:p>
        </p:txBody>
      </p:sp>
      <p:sp>
        <p:nvSpPr>
          <p:cNvPr id="91" name="Shape 30">
            <a:extLst>
              <a:ext uri="{FF2B5EF4-FFF2-40B4-BE49-F238E27FC236}">
                <a16:creationId xmlns:a16="http://schemas.microsoft.com/office/drawing/2014/main" id="{A47DB353-539B-F55F-E071-9EAA3B3CC8B0}"/>
              </a:ext>
            </a:extLst>
          </p:cNvPr>
          <p:cNvSpPr/>
          <p:nvPr/>
        </p:nvSpPr>
        <p:spPr>
          <a:xfrm>
            <a:off x="3627120" y="109728"/>
            <a:ext cx="1920240" cy="475488"/>
          </a:xfrm>
          <a:prstGeom prst="rect">
            <a:avLst/>
          </a:prstGeom>
          <a:solidFill>
            <a:srgbClr val="180038"/>
          </a:solidFill>
          <a:ln w="15240">
            <a:solidFill>
              <a:srgbClr val="8844EE"/>
            </a:solidFill>
            <a:prstDash val="soli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92" name="Text 31">
            <a:extLst>
              <a:ext uri="{FF2B5EF4-FFF2-40B4-BE49-F238E27FC236}">
                <a16:creationId xmlns:a16="http://schemas.microsoft.com/office/drawing/2014/main" id="{0F47BF57-0EB8-BA2D-5A93-55C7325AA9B1}"/>
              </a:ext>
            </a:extLst>
          </p:cNvPr>
          <p:cNvSpPr/>
          <p:nvPr/>
        </p:nvSpPr>
        <p:spPr>
          <a:xfrm>
            <a:off x="3627120" y="109728"/>
            <a:ext cx="1920240" cy="266273"/>
          </a:xfrm>
          <a:prstGeom prst="rect">
            <a:avLst/>
          </a:prstGeom>
          <a:noFill/>
          <a:ln/>
          <a:effectLst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MEMORY</a:t>
            </a:r>
            <a:endParaRPr lang="en-US" sz="900" dirty="0"/>
          </a:p>
        </p:txBody>
      </p:sp>
      <p:sp>
        <p:nvSpPr>
          <p:cNvPr id="93" name="Text 32">
            <a:extLst>
              <a:ext uri="{FF2B5EF4-FFF2-40B4-BE49-F238E27FC236}">
                <a16:creationId xmlns:a16="http://schemas.microsoft.com/office/drawing/2014/main" id="{7AE3080F-A044-FF64-E7DC-9C8C771BF334}"/>
              </a:ext>
            </a:extLst>
          </p:cNvPr>
          <p:cNvSpPr/>
          <p:nvPr/>
        </p:nvSpPr>
        <p:spPr>
          <a:xfrm>
            <a:off x="3627120" y="356982"/>
            <a:ext cx="1920240" cy="228234"/>
          </a:xfrm>
          <a:prstGeom prst="rect">
            <a:avLst/>
          </a:prstGeom>
          <a:noFill/>
          <a:ln/>
          <a:effectLst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00" i="1" dirty="0">
                <a:solidFill>
                  <a:srgbClr val="6688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DDR / Flash</a:t>
            </a:r>
            <a:endParaRPr lang="en-US" sz="700" dirty="0"/>
          </a:p>
        </p:txBody>
      </p:sp>
      <p:sp>
        <p:nvSpPr>
          <p:cNvPr id="94" name="Shape 33">
            <a:extLst>
              <a:ext uri="{FF2B5EF4-FFF2-40B4-BE49-F238E27FC236}">
                <a16:creationId xmlns:a16="http://schemas.microsoft.com/office/drawing/2014/main" id="{91A2DB65-3770-6D99-722D-62B88CFA11A5}"/>
              </a:ext>
            </a:extLst>
          </p:cNvPr>
          <p:cNvSpPr/>
          <p:nvPr/>
        </p:nvSpPr>
        <p:spPr>
          <a:xfrm>
            <a:off x="6752844" y="981710"/>
            <a:ext cx="1737360" cy="475488"/>
          </a:xfrm>
          <a:prstGeom prst="rect">
            <a:avLst/>
          </a:prstGeom>
          <a:solidFill>
            <a:srgbClr val="2A1E00"/>
          </a:solidFill>
          <a:ln w="15240">
            <a:solidFill>
              <a:srgbClr val="CC9900"/>
            </a:solidFill>
            <a:prstDash val="soli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95" name="Text 34">
            <a:extLst>
              <a:ext uri="{FF2B5EF4-FFF2-40B4-BE49-F238E27FC236}">
                <a16:creationId xmlns:a16="http://schemas.microsoft.com/office/drawing/2014/main" id="{B47FC2ED-988A-17A7-C031-37E7899F2217}"/>
              </a:ext>
            </a:extLst>
          </p:cNvPr>
          <p:cNvSpPr/>
          <p:nvPr/>
        </p:nvSpPr>
        <p:spPr>
          <a:xfrm>
            <a:off x="6752844" y="968715"/>
            <a:ext cx="1737360" cy="266273"/>
          </a:xfrm>
          <a:prstGeom prst="rect">
            <a:avLst/>
          </a:prstGeom>
          <a:noFill/>
          <a:ln/>
          <a:effectLst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SECURE KEY</a:t>
            </a:r>
            <a:endParaRPr lang="en-US" sz="900" dirty="0"/>
          </a:p>
        </p:txBody>
      </p:sp>
      <p:sp>
        <p:nvSpPr>
          <p:cNvPr id="96" name="Text 35">
            <a:extLst>
              <a:ext uri="{FF2B5EF4-FFF2-40B4-BE49-F238E27FC236}">
                <a16:creationId xmlns:a16="http://schemas.microsoft.com/office/drawing/2014/main" id="{D80CE718-D92E-5C5B-44A3-C9579004B00A}"/>
              </a:ext>
            </a:extLst>
          </p:cNvPr>
          <p:cNvSpPr/>
          <p:nvPr/>
        </p:nvSpPr>
        <p:spPr>
          <a:xfrm>
            <a:off x="6752844" y="1228964"/>
            <a:ext cx="1737360" cy="228234"/>
          </a:xfrm>
          <a:prstGeom prst="rect">
            <a:avLst/>
          </a:prstGeom>
          <a:noFill/>
          <a:ln/>
          <a:effectLst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00" i="1" dirty="0">
                <a:solidFill>
                  <a:srgbClr val="6688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Storage</a:t>
            </a:r>
            <a:endParaRPr lang="en-US" sz="700" dirty="0"/>
          </a:p>
        </p:txBody>
      </p:sp>
      <p:sp>
        <p:nvSpPr>
          <p:cNvPr id="97" name="Shape 58">
            <a:extLst>
              <a:ext uri="{FF2B5EF4-FFF2-40B4-BE49-F238E27FC236}">
                <a16:creationId xmlns:a16="http://schemas.microsoft.com/office/drawing/2014/main" id="{120F7D75-4630-37E6-D309-C5336EAEBCE3}"/>
              </a:ext>
            </a:extLst>
          </p:cNvPr>
          <p:cNvSpPr/>
          <p:nvPr/>
        </p:nvSpPr>
        <p:spPr>
          <a:xfrm flipH="1">
            <a:off x="4589702" y="591800"/>
            <a:ext cx="4572" cy="889528"/>
          </a:xfrm>
          <a:prstGeom prst="line">
            <a:avLst/>
          </a:prstGeom>
          <a:noFill/>
          <a:ln w="22860">
            <a:solidFill>
              <a:srgbClr val="9B4DFF">
                <a:alpha val="95000"/>
              </a:srgbClr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98" name="Text 59">
            <a:extLst>
              <a:ext uri="{FF2B5EF4-FFF2-40B4-BE49-F238E27FC236}">
                <a16:creationId xmlns:a16="http://schemas.microsoft.com/office/drawing/2014/main" id="{F33DCFC2-DCD6-E5DF-AD12-81050C2D5339}"/>
              </a:ext>
            </a:extLst>
          </p:cNvPr>
          <p:cNvSpPr/>
          <p:nvPr/>
        </p:nvSpPr>
        <p:spPr>
          <a:xfrm>
            <a:off x="4655820" y="713232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9B4D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FW_Data</a:t>
            </a:r>
            <a:endParaRPr lang="en-US" sz="700" dirty="0"/>
          </a:p>
        </p:txBody>
      </p:sp>
      <p:sp>
        <p:nvSpPr>
          <p:cNvPr id="99" name="Text 60">
            <a:extLst>
              <a:ext uri="{FF2B5EF4-FFF2-40B4-BE49-F238E27FC236}">
                <a16:creationId xmlns:a16="http://schemas.microsoft.com/office/drawing/2014/main" id="{8CCF4A85-C6BD-B876-EB7A-8D647E506C30}"/>
              </a:ext>
            </a:extLst>
          </p:cNvPr>
          <p:cNvSpPr/>
          <p:nvPr/>
        </p:nvSpPr>
        <p:spPr>
          <a:xfrm>
            <a:off x="4655820" y="914400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9B4D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FW_Valid</a:t>
            </a:r>
            <a:endParaRPr lang="en-US" sz="700" dirty="0"/>
          </a:p>
        </p:txBody>
      </p:sp>
      <p:sp>
        <p:nvSpPr>
          <p:cNvPr id="100" name="Text 61">
            <a:extLst>
              <a:ext uri="{FF2B5EF4-FFF2-40B4-BE49-F238E27FC236}">
                <a16:creationId xmlns:a16="http://schemas.microsoft.com/office/drawing/2014/main" id="{059437FC-8BE2-13B3-DCD0-27D6A2EB543D}"/>
              </a:ext>
            </a:extLst>
          </p:cNvPr>
          <p:cNvSpPr/>
          <p:nvPr/>
        </p:nvSpPr>
        <p:spPr>
          <a:xfrm>
            <a:off x="4655820" y="1115568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9B4D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FW_last</a:t>
            </a:r>
            <a:endParaRPr lang="en-US" sz="700" dirty="0"/>
          </a:p>
        </p:txBody>
      </p:sp>
      <p:sp>
        <p:nvSpPr>
          <p:cNvPr id="101" name="Shape 62">
            <a:extLst>
              <a:ext uri="{FF2B5EF4-FFF2-40B4-BE49-F238E27FC236}">
                <a16:creationId xmlns:a16="http://schemas.microsoft.com/office/drawing/2014/main" id="{9B08AEA1-5CD5-3EED-13CE-7B75621C9C29}"/>
              </a:ext>
            </a:extLst>
          </p:cNvPr>
          <p:cNvSpPr/>
          <p:nvPr/>
        </p:nvSpPr>
        <p:spPr>
          <a:xfrm flipH="1">
            <a:off x="5757672" y="1321856"/>
            <a:ext cx="995172" cy="491958"/>
          </a:xfrm>
          <a:prstGeom prst="line">
            <a:avLst/>
          </a:prstGeom>
          <a:noFill/>
          <a:ln w="22860">
            <a:solidFill>
              <a:srgbClr val="FFD000">
                <a:alpha val="95000"/>
              </a:srgbClr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02" name="Text 63">
            <a:extLst>
              <a:ext uri="{FF2B5EF4-FFF2-40B4-BE49-F238E27FC236}">
                <a16:creationId xmlns:a16="http://schemas.microsoft.com/office/drawing/2014/main" id="{E7DCD3BD-5C7F-4C0F-7E9E-787C6440D97C}"/>
              </a:ext>
            </a:extLst>
          </p:cNvPr>
          <p:cNvSpPr/>
          <p:nvPr/>
        </p:nvSpPr>
        <p:spPr>
          <a:xfrm>
            <a:off x="5422392" y="1170432"/>
            <a:ext cx="868680" cy="219456"/>
          </a:xfrm>
          <a:prstGeom prst="rect">
            <a:avLst/>
          </a:prstGeom>
          <a:solidFill>
            <a:srgbClr val="041020"/>
          </a:solidFill>
          <a:ln w="8890">
            <a:solidFill>
              <a:srgbClr val="FFD000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D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Secure Key</a:t>
            </a:r>
            <a:endParaRPr lang="en-US" sz="750" dirty="0"/>
          </a:p>
        </p:txBody>
      </p:sp>
      <p:sp>
        <p:nvSpPr>
          <p:cNvPr id="116" name="Shape 43">
            <a:extLst>
              <a:ext uri="{FF2B5EF4-FFF2-40B4-BE49-F238E27FC236}">
                <a16:creationId xmlns:a16="http://schemas.microsoft.com/office/drawing/2014/main" id="{E5947FB4-BFE2-4A0D-9B5F-5F43D830350A}"/>
              </a:ext>
            </a:extLst>
          </p:cNvPr>
          <p:cNvSpPr/>
          <p:nvPr/>
        </p:nvSpPr>
        <p:spPr>
          <a:xfrm>
            <a:off x="381000" y="2933700"/>
            <a:ext cx="1783080" cy="804672"/>
          </a:xfrm>
          <a:prstGeom prst="rect">
            <a:avLst/>
          </a:prstGeom>
          <a:solidFill>
            <a:srgbClr val="012018"/>
          </a:solidFill>
          <a:ln w="15240">
            <a:solidFill>
              <a:srgbClr val="00B860"/>
            </a:solidFill>
            <a:prstDash val="soli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17" name="Text 44">
            <a:extLst>
              <a:ext uri="{FF2B5EF4-FFF2-40B4-BE49-F238E27FC236}">
                <a16:creationId xmlns:a16="http://schemas.microsoft.com/office/drawing/2014/main" id="{0064680A-5277-EF1E-90C0-C88B36DCA9A6}"/>
              </a:ext>
            </a:extLst>
          </p:cNvPr>
          <p:cNvSpPr/>
          <p:nvPr/>
        </p:nvSpPr>
        <p:spPr>
          <a:xfrm>
            <a:off x="381000" y="2933700"/>
            <a:ext cx="1783080" cy="450616"/>
          </a:xfrm>
          <a:prstGeom prst="rect">
            <a:avLst/>
          </a:prstGeom>
          <a:noFill/>
          <a:ln/>
          <a:effectLst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POLICY</a:t>
            </a:r>
            <a:endParaRPr lang="en-US" sz="900" dirty="0"/>
          </a:p>
        </p:txBody>
      </p:sp>
      <p:sp>
        <p:nvSpPr>
          <p:cNvPr id="118" name="Text 45">
            <a:extLst>
              <a:ext uri="{FF2B5EF4-FFF2-40B4-BE49-F238E27FC236}">
                <a16:creationId xmlns:a16="http://schemas.microsoft.com/office/drawing/2014/main" id="{93106020-73EE-3A39-1E21-531349096501}"/>
              </a:ext>
            </a:extLst>
          </p:cNvPr>
          <p:cNvSpPr/>
          <p:nvPr/>
        </p:nvSpPr>
        <p:spPr>
          <a:xfrm>
            <a:off x="381000" y="3352129"/>
            <a:ext cx="1783080" cy="386243"/>
          </a:xfrm>
          <a:prstGeom prst="rect">
            <a:avLst/>
          </a:prstGeom>
          <a:noFill/>
          <a:ln/>
          <a:effectLst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00" i="1" dirty="0">
                <a:solidFill>
                  <a:srgbClr val="6688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Engine</a:t>
            </a:r>
            <a:endParaRPr lang="en-US" sz="700" dirty="0"/>
          </a:p>
        </p:txBody>
      </p:sp>
      <p:sp>
        <p:nvSpPr>
          <p:cNvPr id="119" name="Text 65">
            <a:extLst>
              <a:ext uri="{FF2B5EF4-FFF2-40B4-BE49-F238E27FC236}">
                <a16:creationId xmlns:a16="http://schemas.microsoft.com/office/drawing/2014/main" id="{F5D597E8-E15D-CAB7-48E3-BF9DAB49BE89}"/>
              </a:ext>
            </a:extLst>
          </p:cNvPr>
          <p:cNvSpPr/>
          <p:nvPr/>
        </p:nvSpPr>
        <p:spPr>
          <a:xfrm>
            <a:off x="2004294" y="2452878"/>
            <a:ext cx="868680" cy="237744"/>
          </a:xfrm>
          <a:prstGeom prst="rect">
            <a:avLst/>
          </a:prstGeom>
          <a:solidFill>
            <a:srgbClr val="041020"/>
          </a:solidFill>
          <a:ln w="8890">
            <a:solidFill>
              <a:srgbClr val="FF2244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22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Auth_fail</a:t>
            </a:r>
            <a:endParaRPr lang="en-US" sz="750" dirty="0"/>
          </a:p>
        </p:txBody>
      </p:sp>
      <p:sp>
        <p:nvSpPr>
          <p:cNvPr id="120" name="Shape 64">
            <a:extLst>
              <a:ext uri="{FF2B5EF4-FFF2-40B4-BE49-F238E27FC236}">
                <a16:creationId xmlns:a16="http://schemas.microsoft.com/office/drawing/2014/main" id="{0CE2DD37-3252-6B4E-DB07-95BD932EC6D0}"/>
              </a:ext>
            </a:extLst>
          </p:cNvPr>
          <p:cNvSpPr/>
          <p:nvPr/>
        </p:nvSpPr>
        <p:spPr>
          <a:xfrm flipH="1">
            <a:off x="2191892" y="2363644"/>
            <a:ext cx="1224154" cy="904281"/>
          </a:xfrm>
          <a:prstGeom prst="line">
            <a:avLst/>
          </a:prstGeom>
          <a:noFill/>
          <a:ln w="25400">
            <a:solidFill>
              <a:srgbClr val="FF2244">
                <a:alpha val="95000"/>
              </a:srgbClr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21" name="Shape 66">
            <a:extLst>
              <a:ext uri="{FF2B5EF4-FFF2-40B4-BE49-F238E27FC236}">
                <a16:creationId xmlns:a16="http://schemas.microsoft.com/office/drawing/2014/main" id="{97971D49-1042-32F8-1476-4FDB5AF81DAE}"/>
              </a:ext>
            </a:extLst>
          </p:cNvPr>
          <p:cNvSpPr/>
          <p:nvPr/>
        </p:nvSpPr>
        <p:spPr>
          <a:xfrm flipV="1">
            <a:off x="2204084" y="3318216"/>
            <a:ext cx="1462658" cy="2109"/>
          </a:xfrm>
          <a:prstGeom prst="line">
            <a:avLst/>
          </a:prstGeom>
          <a:noFill/>
          <a:ln w="22860">
            <a:solidFill>
              <a:srgbClr val="FF2244">
                <a:alpha val="95000"/>
              </a:srgbClr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22" name="Text 67">
            <a:extLst>
              <a:ext uri="{FF2B5EF4-FFF2-40B4-BE49-F238E27FC236}">
                <a16:creationId xmlns:a16="http://schemas.microsoft.com/office/drawing/2014/main" id="{DA6F3FBD-F0A9-7CF3-E294-215F0C24BB93}"/>
              </a:ext>
            </a:extLst>
          </p:cNvPr>
          <p:cNvSpPr/>
          <p:nvPr/>
        </p:nvSpPr>
        <p:spPr>
          <a:xfrm>
            <a:off x="2368296" y="3434242"/>
            <a:ext cx="868680" cy="237744"/>
          </a:xfrm>
          <a:prstGeom prst="rect">
            <a:avLst/>
          </a:prstGeom>
          <a:solidFill>
            <a:srgbClr val="041020"/>
          </a:solidFill>
          <a:ln w="8890">
            <a:solidFill>
              <a:srgbClr val="FF2244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22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Policy Deny</a:t>
            </a:r>
            <a:endParaRPr lang="en-US" sz="750" dirty="0"/>
          </a:p>
        </p:txBody>
      </p:sp>
      <p:sp>
        <p:nvSpPr>
          <p:cNvPr id="123" name="Shape 68">
            <a:extLst>
              <a:ext uri="{FF2B5EF4-FFF2-40B4-BE49-F238E27FC236}">
                <a16:creationId xmlns:a16="http://schemas.microsoft.com/office/drawing/2014/main" id="{E9099076-D10A-1F40-EB36-A583102605EA}"/>
              </a:ext>
            </a:extLst>
          </p:cNvPr>
          <p:cNvSpPr/>
          <p:nvPr/>
        </p:nvSpPr>
        <p:spPr>
          <a:xfrm flipV="1">
            <a:off x="4572000" y="2596896"/>
            <a:ext cx="0" cy="322152"/>
          </a:xfrm>
          <a:prstGeom prst="line">
            <a:avLst/>
          </a:prstGeom>
          <a:noFill/>
          <a:ln w="22860">
            <a:solidFill>
              <a:srgbClr val="FF9500">
                <a:alpha val="95000"/>
              </a:srgbClr>
            </a:solidFill>
            <a:prstDash val="solid"/>
            <a:tailEnd type="triangle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24" name="Text 69">
            <a:extLst>
              <a:ext uri="{FF2B5EF4-FFF2-40B4-BE49-F238E27FC236}">
                <a16:creationId xmlns:a16="http://schemas.microsoft.com/office/drawing/2014/main" id="{BBE83975-1C25-6C1C-A80C-DD49A4381F0C}"/>
              </a:ext>
            </a:extLst>
          </p:cNvPr>
          <p:cNvSpPr/>
          <p:nvPr/>
        </p:nvSpPr>
        <p:spPr>
          <a:xfrm>
            <a:off x="5061204" y="2610612"/>
            <a:ext cx="868680" cy="237744"/>
          </a:xfrm>
          <a:prstGeom prst="rect">
            <a:avLst/>
          </a:prstGeom>
          <a:solidFill>
            <a:srgbClr val="041020"/>
          </a:solidFill>
          <a:ln w="8890">
            <a:solidFill>
              <a:srgbClr val="FF9500"/>
            </a:solidFill>
          </a:ln>
          <a:effectLst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95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Max Retry</a:t>
            </a:r>
            <a:endParaRPr lang="en-US" sz="750" dirty="0"/>
          </a:p>
        </p:txBody>
      </p:sp>
      <p:sp>
        <p:nvSpPr>
          <p:cNvPr id="125" name="Shape 46">
            <a:extLst>
              <a:ext uri="{FF2B5EF4-FFF2-40B4-BE49-F238E27FC236}">
                <a16:creationId xmlns:a16="http://schemas.microsoft.com/office/drawing/2014/main" id="{7687CBF9-F56A-1A03-1360-2CD713B9F429}"/>
              </a:ext>
            </a:extLst>
          </p:cNvPr>
          <p:cNvSpPr/>
          <p:nvPr/>
        </p:nvSpPr>
        <p:spPr>
          <a:xfrm>
            <a:off x="3675886" y="2919048"/>
            <a:ext cx="1975104" cy="804672"/>
          </a:xfrm>
          <a:prstGeom prst="rect">
            <a:avLst/>
          </a:prstGeom>
          <a:solidFill>
            <a:srgbClr val="251000"/>
          </a:solidFill>
          <a:ln w="15240">
            <a:solidFill>
              <a:srgbClr val="CC6600"/>
            </a:solidFill>
            <a:prstDash val="soli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26" name="Text 47">
            <a:extLst>
              <a:ext uri="{FF2B5EF4-FFF2-40B4-BE49-F238E27FC236}">
                <a16:creationId xmlns:a16="http://schemas.microsoft.com/office/drawing/2014/main" id="{A5B4654C-E75D-5683-3474-F267C3DE241D}"/>
              </a:ext>
            </a:extLst>
          </p:cNvPr>
          <p:cNvSpPr/>
          <p:nvPr/>
        </p:nvSpPr>
        <p:spPr>
          <a:xfrm>
            <a:off x="3675886" y="2919048"/>
            <a:ext cx="1975104" cy="450616"/>
          </a:xfrm>
          <a:prstGeom prst="rect">
            <a:avLst/>
          </a:prstGeom>
          <a:noFill/>
          <a:ln/>
          <a:effectLst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RETRY</a:t>
            </a:r>
            <a:endParaRPr lang="en-US" sz="900" dirty="0"/>
          </a:p>
        </p:txBody>
      </p:sp>
      <p:sp>
        <p:nvSpPr>
          <p:cNvPr id="127" name="Text 48">
            <a:extLst>
              <a:ext uri="{FF2B5EF4-FFF2-40B4-BE49-F238E27FC236}">
                <a16:creationId xmlns:a16="http://schemas.microsoft.com/office/drawing/2014/main" id="{54DAC25C-00AC-468D-5D0D-569987FF8E02}"/>
              </a:ext>
            </a:extLst>
          </p:cNvPr>
          <p:cNvSpPr/>
          <p:nvPr/>
        </p:nvSpPr>
        <p:spPr>
          <a:xfrm>
            <a:off x="3675886" y="3337477"/>
            <a:ext cx="1975104" cy="386243"/>
          </a:xfrm>
          <a:prstGeom prst="rect">
            <a:avLst/>
          </a:prstGeom>
          <a:noFill/>
          <a:ln/>
          <a:effectLst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00" i="1" dirty="0">
                <a:solidFill>
                  <a:srgbClr val="6688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Counter</a:t>
            </a:r>
            <a:endParaRPr lang="en-US" sz="700" dirty="0"/>
          </a:p>
        </p:txBody>
      </p:sp>
      <p:sp>
        <p:nvSpPr>
          <p:cNvPr id="128" name="Shape 70">
            <a:extLst>
              <a:ext uri="{FF2B5EF4-FFF2-40B4-BE49-F238E27FC236}">
                <a16:creationId xmlns:a16="http://schemas.microsoft.com/office/drawing/2014/main" id="{207AE7E0-0630-3464-C1BE-77BC79DBA3EA}"/>
              </a:ext>
            </a:extLst>
          </p:cNvPr>
          <p:cNvSpPr/>
          <p:nvPr/>
        </p:nvSpPr>
        <p:spPr>
          <a:xfrm flipV="1">
            <a:off x="5660134" y="3236977"/>
            <a:ext cx="1033274" cy="4571"/>
          </a:xfrm>
          <a:prstGeom prst="line">
            <a:avLst/>
          </a:prstGeom>
          <a:noFill/>
          <a:ln w="22860">
            <a:solidFill>
              <a:srgbClr val="FF2244">
                <a:alpha val="95000"/>
              </a:srgbClr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29" name="Text 71">
            <a:extLst>
              <a:ext uri="{FF2B5EF4-FFF2-40B4-BE49-F238E27FC236}">
                <a16:creationId xmlns:a16="http://schemas.microsoft.com/office/drawing/2014/main" id="{9DEB69B1-EC73-D34E-AB38-E5872AB64888}"/>
              </a:ext>
            </a:extLst>
          </p:cNvPr>
          <p:cNvSpPr/>
          <p:nvPr/>
        </p:nvSpPr>
        <p:spPr>
          <a:xfrm>
            <a:off x="5747004" y="3320327"/>
            <a:ext cx="868680" cy="237744"/>
          </a:xfrm>
          <a:prstGeom prst="rect">
            <a:avLst/>
          </a:prstGeom>
          <a:solidFill>
            <a:srgbClr val="041020"/>
          </a:solidFill>
          <a:ln w="8890">
            <a:solidFill>
              <a:srgbClr val="FF2244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22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Lockdown</a:t>
            </a:r>
            <a:endParaRPr lang="en-US" sz="750" dirty="0"/>
          </a:p>
        </p:txBody>
      </p:sp>
      <p:sp>
        <p:nvSpPr>
          <p:cNvPr id="130" name="Shape 49">
            <a:extLst>
              <a:ext uri="{FF2B5EF4-FFF2-40B4-BE49-F238E27FC236}">
                <a16:creationId xmlns:a16="http://schemas.microsoft.com/office/drawing/2014/main" id="{6236D8BF-68A5-68DF-F1A2-B5747521A88E}"/>
              </a:ext>
            </a:extLst>
          </p:cNvPr>
          <p:cNvSpPr/>
          <p:nvPr/>
        </p:nvSpPr>
        <p:spPr>
          <a:xfrm>
            <a:off x="6748272" y="2834640"/>
            <a:ext cx="1828800" cy="804672"/>
          </a:xfrm>
          <a:prstGeom prst="rect">
            <a:avLst/>
          </a:prstGeom>
          <a:solidFill>
            <a:srgbClr val="250000"/>
          </a:solidFill>
          <a:ln w="15240">
            <a:solidFill>
              <a:srgbClr val="CC1122"/>
            </a:solidFill>
            <a:prstDash val="solid"/>
          </a:ln>
          <a:effectLst>
            <a:glow rad="76200">
              <a:srgbClr val="FF4466">
                <a:alpha val="45000"/>
              </a:srgbClr>
            </a:glow>
          </a:effectLst>
        </p:spPr>
        <p:txBody>
          <a:bodyPr/>
          <a:lstStyle/>
          <a:p>
            <a:endParaRPr lang="en-US"/>
          </a:p>
        </p:txBody>
      </p:sp>
      <p:sp>
        <p:nvSpPr>
          <p:cNvPr id="131" name="Text 50">
            <a:extLst>
              <a:ext uri="{FF2B5EF4-FFF2-40B4-BE49-F238E27FC236}">
                <a16:creationId xmlns:a16="http://schemas.microsoft.com/office/drawing/2014/main" id="{D03A1CC9-AA37-E4D5-DE0A-0B061D905D70}"/>
              </a:ext>
            </a:extLst>
          </p:cNvPr>
          <p:cNvSpPr/>
          <p:nvPr/>
        </p:nvSpPr>
        <p:spPr>
          <a:xfrm>
            <a:off x="6748272" y="2834640"/>
            <a:ext cx="1828800" cy="450616"/>
          </a:xfrm>
          <a:prstGeom prst="rect">
            <a:avLst/>
          </a:prstGeom>
          <a:noFill/>
          <a:ln/>
          <a:effectLst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LOCKDOWN</a:t>
            </a:r>
            <a:endParaRPr lang="en-US" sz="900" dirty="0"/>
          </a:p>
        </p:txBody>
      </p:sp>
      <p:sp>
        <p:nvSpPr>
          <p:cNvPr id="132" name="Text 51">
            <a:extLst>
              <a:ext uri="{FF2B5EF4-FFF2-40B4-BE49-F238E27FC236}">
                <a16:creationId xmlns:a16="http://schemas.microsoft.com/office/drawing/2014/main" id="{44B672BA-F4F8-F251-4BE5-AC15048FC108}"/>
              </a:ext>
            </a:extLst>
          </p:cNvPr>
          <p:cNvSpPr/>
          <p:nvPr/>
        </p:nvSpPr>
        <p:spPr>
          <a:xfrm>
            <a:off x="6748272" y="3253069"/>
            <a:ext cx="1828800" cy="386243"/>
          </a:xfrm>
          <a:prstGeom prst="rect">
            <a:avLst/>
          </a:prstGeom>
          <a:noFill/>
          <a:ln/>
          <a:effectLst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00" i="1" dirty="0">
                <a:solidFill>
                  <a:srgbClr val="6688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Control</a:t>
            </a:r>
            <a:endParaRPr lang="en-US" sz="700" dirty="0"/>
          </a:p>
        </p:txBody>
      </p:sp>
    </p:spTree>
    <p:extLst>
      <p:ext uri="{BB962C8B-B14F-4D97-AF65-F5344CB8AC3E}">
        <p14:creationId xmlns:p14="http://schemas.microsoft.com/office/powerpoint/2010/main" val="176371216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med" p14:dur="700">
        <p159:morph option="byObject"/>
      </p:transition>
    </mc:Choice>
    <mc:Fallback xmlns=""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4102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258E98A-36A5-B016-6526-49070C1700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EA9E269E-94A7-9C8F-A86D-770D76BA18E4}"/>
              </a:ext>
            </a:extLst>
          </p:cNvPr>
          <p:cNvSpPr/>
          <p:nvPr/>
        </p:nvSpPr>
        <p:spPr>
          <a:xfrm>
            <a:off x="0" y="0"/>
            <a:ext cx="4572" cy="5143500"/>
          </a:xfrm>
          <a:prstGeom prst="rect">
            <a:avLst/>
          </a:prstGeom>
          <a:solidFill>
            <a:srgbClr val="0A2040"/>
          </a:solidFill>
          <a:ln w="3810">
            <a:solidFill>
              <a:srgbClr val="0A20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05668755-FD51-579C-05FA-06285387F18D}"/>
              </a:ext>
            </a:extLst>
          </p:cNvPr>
          <p:cNvSpPr/>
          <p:nvPr/>
        </p:nvSpPr>
        <p:spPr>
          <a:xfrm>
            <a:off x="914400" y="0"/>
            <a:ext cx="4572" cy="5143500"/>
          </a:xfrm>
          <a:prstGeom prst="rect">
            <a:avLst/>
          </a:prstGeom>
          <a:solidFill>
            <a:srgbClr val="0A2040"/>
          </a:solidFill>
          <a:ln w="3810">
            <a:solidFill>
              <a:srgbClr val="0A20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5280EAC9-E2EC-22E1-CDDD-EEDF841921C2}"/>
              </a:ext>
            </a:extLst>
          </p:cNvPr>
          <p:cNvSpPr/>
          <p:nvPr/>
        </p:nvSpPr>
        <p:spPr>
          <a:xfrm>
            <a:off x="1828800" y="0"/>
            <a:ext cx="4572" cy="5143500"/>
          </a:xfrm>
          <a:prstGeom prst="rect">
            <a:avLst/>
          </a:prstGeom>
          <a:solidFill>
            <a:srgbClr val="0A2040"/>
          </a:solidFill>
          <a:ln w="3810">
            <a:solidFill>
              <a:srgbClr val="0A20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9D2B07AE-8652-D5F1-B0D8-689FAA0957A8}"/>
              </a:ext>
            </a:extLst>
          </p:cNvPr>
          <p:cNvSpPr/>
          <p:nvPr/>
        </p:nvSpPr>
        <p:spPr>
          <a:xfrm>
            <a:off x="2743200" y="0"/>
            <a:ext cx="4572" cy="5143500"/>
          </a:xfrm>
          <a:prstGeom prst="rect">
            <a:avLst/>
          </a:prstGeom>
          <a:solidFill>
            <a:srgbClr val="0A2040"/>
          </a:solidFill>
          <a:ln w="3810">
            <a:solidFill>
              <a:srgbClr val="0A20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A8914BF5-7B6C-BA50-D4D9-B53064FDB1A6}"/>
              </a:ext>
            </a:extLst>
          </p:cNvPr>
          <p:cNvSpPr/>
          <p:nvPr/>
        </p:nvSpPr>
        <p:spPr>
          <a:xfrm>
            <a:off x="3657600" y="0"/>
            <a:ext cx="4572" cy="5143500"/>
          </a:xfrm>
          <a:prstGeom prst="rect">
            <a:avLst/>
          </a:prstGeom>
          <a:solidFill>
            <a:srgbClr val="0A2040"/>
          </a:solidFill>
          <a:ln w="3810">
            <a:solidFill>
              <a:srgbClr val="0A20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0BD0DEA0-6F42-1027-B090-DAACC37EE698}"/>
              </a:ext>
            </a:extLst>
          </p:cNvPr>
          <p:cNvSpPr/>
          <p:nvPr/>
        </p:nvSpPr>
        <p:spPr>
          <a:xfrm>
            <a:off x="4572000" y="0"/>
            <a:ext cx="4572" cy="5143500"/>
          </a:xfrm>
          <a:prstGeom prst="rect">
            <a:avLst/>
          </a:prstGeom>
          <a:solidFill>
            <a:srgbClr val="0A2040"/>
          </a:solidFill>
          <a:ln w="3810">
            <a:solidFill>
              <a:srgbClr val="0A20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4A820A81-740D-3395-3614-2919F4F3F2E0}"/>
              </a:ext>
            </a:extLst>
          </p:cNvPr>
          <p:cNvSpPr/>
          <p:nvPr/>
        </p:nvSpPr>
        <p:spPr>
          <a:xfrm>
            <a:off x="5486400" y="0"/>
            <a:ext cx="4572" cy="5143500"/>
          </a:xfrm>
          <a:prstGeom prst="rect">
            <a:avLst/>
          </a:prstGeom>
          <a:solidFill>
            <a:srgbClr val="0A2040"/>
          </a:solidFill>
          <a:ln w="3810">
            <a:solidFill>
              <a:srgbClr val="0A20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6DD5DF2C-6A9F-9D95-D4C3-D1CB2975779A}"/>
              </a:ext>
            </a:extLst>
          </p:cNvPr>
          <p:cNvSpPr/>
          <p:nvPr/>
        </p:nvSpPr>
        <p:spPr>
          <a:xfrm>
            <a:off x="6400800" y="0"/>
            <a:ext cx="4572" cy="5143500"/>
          </a:xfrm>
          <a:prstGeom prst="rect">
            <a:avLst/>
          </a:prstGeom>
          <a:solidFill>
            <a:srgbClr val="0A2040"/>
          </a:solidFill>
          <a:ln w="3810">
            <a:solidFill>
              <a:srgbClr val="0A20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74B12AED-D85B-5A5F-492C-41F98F904604}"/>
              </a:ext>
            </a:extLst>
          </p:cNvPr>
          <p:cNvSpPr/>
          <p:nvPr/>
        </p:nvSpPr>
        <p:spPr>
          <a:xfrm>
            <a:off x="7315200" y="0"/>
            <a:ext cx="4572" cy="5143500"/>
          </a:xfrm>
          <a:prstGeom prst="rect">
            <a:avLst/>
          </a:prstGeom>
          <a:solidFill>
            <a:srgbClr val="0A2040"/>
          </a:solidFill>
          <a:ln w="3810">
            <a:solidFill>
              <a:srgbClr val="0A20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BF8730DE-36CA-EF92-F5C9-264B1879FB9E}"/>
              </a:ext>
            </a:extLst>
          </p:cNvPr>
          <p:cNvSpPr/>
          <p:nvPr/>
        </p:nvSpPr>
        <p:spPr>
          <a:xfrm>
            <a:off x="8229600" y="0"/>
            <a:ext cx="4572" cy="5143500"/>
          </a:xfrm>
          <a:prstGeom prst="rect">
            <a:avLst/>
          </a:prstGeom>
          <a:solidFill>
            <a:srgbClr val="0A2040"/>
          </a:solidFill>
          <a:ln w="3810">
            <a:solidFill>
              <a:srgbClr val="0A20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A35C2AAA-58CB-0183-2AC8-2D4937D046C5}"/>
              </a:ext>
            </a:extLst>
          </p:cNvPr>
          <p:cNvSpPr/>
          <p:nvPr/>
        </p:nvSpPr>
        <p:spPr>
          <a:xfrm>
            <a:off x="9144000" y="0"/>
            <a:ext cx="4572" cy="5143500"/>
          </a:xfrm>
          <a:prstGeom prst="rect">
            <a:avLst/>
          </a:prstGeom>
          <a:solidFill>
            <a:srgbClr val="0A2040"/>
          </a:solidFill>
          <a:ln w="3810">
            <a:solidFill>
              <a:srgbClr val="0A20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DAFE620B-B5D5-453B-F1DB-A4AAC12BB54A}"/>
              </a:ext>
            </a:extLst>
          </p:cNvPr>
          <p:cNvSpPr/>
          <p:nvPr/>
        </p:nvSpPr>
        <p:spPr>
          <a:xfrm>
            <a:off x="0" y="0"/>
            <a:ext cx="9144000" cy="4572"/>
          </a:xfrm>
          <a:prstGeom prst="rect">
            <a:avLst/>
          </a:prstGeom>
          <a:solidFill>
            <a:srgbClr val="0A2040"/>
          </a:solidFill>
          <a:ln w="3810">
            <a:solidFill>
              <a:srgbClr val="0A20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C2A13979-B65B-6867-B405-42B2AA7D3A66}"/>
              </a:ext>
            </a:extLst>
          </p:cNvPr>
          <p:cNvSpPr/>
          <p:nvPr/>
        </p:nvSpPr>
        <p:spPr>
          <a:xfrm>
            <a:off x="0" y="822960"/>
            <a:ext cx="9144000" cy="4572"/>
          </a:xfrm>
          <a:prstGeom prst="rect">
            <a:avLst/>
          </a:prstGeom>
          <a:solidFill>
            <a:srgbClr val="0A2040"/>
          </a:solidFill>
          <a:ln w="3810">
            <a:solidFill>
              <a:srgbClr val="0A20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>
            <a:extLst>
              <a:ext uri="{FF2B5EF4-FFF2-40B4-BE49-F238E27FC236}">
                <a16:creationId xmlns:a16="http://schemas.microsoft.com/office/drawing/2014/main" id="{321C3330-8FC6-C3DD-40D9-9B1E5DF40802}"/>
              </a:ext>
            </a:extLst>
          </p:cNvPr>
          <p:cNvSpPr/>
          <p:nvPr/>
        </p:nvSpPr>
        <p:spPr>
          <a:xfrm>
            <a:off x="0" y="1645920"/>
            <a:ext cx="9144000" cy="4572"/>
          </a:xfrm>
          <a:prstGeom prst="rect">
            <a:avLst/>
          </a:prstGeom>
          <a:solidFill>
            <a:srgbClr val="0A2040"/>
          </a:solidFill>
          <a:ln w="3810">
            <a:solidFill>
              <a:srgbClr val="0A20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>
            <a:extLst>
              <a:ext uri="{FF2B5EF4-FFF2-40B4-BE49-F238E27FC236}">
                <a16:creationId xmlns:a16="http://schemas.microsoft.com/office/drawing/2014/main" id="{BC7CA7A4-46FD-438C-5F03-0B92050BDBA1}"/>
              </a:ext>
            </a:extLst>
          </p:cNvPr>
          <p:cNvSpPr/>
          <p:nvPr/>
        </p:nvSpPr>
        <p:spPr>
          <a:xfrm>
            <a:off x="0" y="2468880"/>
            <a:ext cx="9144000" cy="4572"/>
          </a:xfrm>
          <a:prstGeom prst="rect">
            <a:avLst/>
          </a:prstGeom>
          <a:solidFill>
            <a:srgbClr val="0A2040"/>
          </a:solidFill>
          <a:ln w="3810">
            <a:solidFill>
              <a:srgbClr val="0A20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>
            <a:extLst>
              <a:ext uri="{FF2B5EF4-FFF2-40B4-BE49-F238E27FC236}">
                <a16:creationId xmlns:a16="http://schemas.microsoft.com/office/drawing/2014/main" id="{3EAF0253-90AA-1E9F-142D-922FAF7B4452}"/>
              </a:ext>
            </a:extLst>
          </p:cNvPr>
          <p:cNvSpPr/>
          <p:nvPr/>
        </p:nvSpPr>
        <p:spPr>
          <a:xfrm>
            <a:off x="0" y="3291840"/>
            <a:ext cx="9144000" cy="4572"/>
          </a:xfrm>
          <a:prstGeom prst="rect">
            <a:avLst/>
          </a:prstGeom>
          <a:solidFill>
            <a:srgbClr val="0A2040"/>
          </a:solidFill>
          <a:ln w="3810">
            <a:solidFill>
              <a:srgbClr val="0A20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>
            <a:extLst>
              <a:ext uri="{FF2B5EF4-FFF2-40B4-BE49-F238E27FC236}">
                <a16:creationId xmlns:a16="http://schemas.microsoft.com/office/drawing/2014/main" id="{E29D744B-75C7-0582-0720-359247B946D6}"/>
              </a:ext>
            </a:extLst>
          </p:cNvPr>
          <p:cNvSpPr/>
          <p:nvPr/>
        </p:nvSpPr>
        <p:spPr>
          <a:xfrm>
            <a:off x="0" y="4114800"/>
            <a:ext cx="9144000" cy="4572"/>
          </a:xfrm>
          <a:prstGeom prst="rect">
            <a:avLst/>
          </a:prstGeom>
          <a:solidFill>
            <a:srgbClr val="0A2040"/>
          </a:solidFill>
          <a:ln w="3810">
            <a:solidFill>
              <a:srgbClr val="0A20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>
            <a:extLst>
              <a:ext uri="{FF2B5EF4-FFF2-40B4-BE49-F238E27FC236}">
                <a16:creationId xmlns:a16="http://schemas.microsoft.com/office/drawing/2014/main" id="{AF00B8C4-195A-3548-2391-15F18026C102}"/>
              </a:ext>
            </a:extLst>
          </p:cNvPr>
          <p:cNvSpPr/>
          <p:nvPr/>
        </p:nvSpPr>
        <p:spPr>
          <a:xfrm>
            <a:off x="0" y="4937760"/>
            <a:ext cx="9144000" cy="4572"/>
          </a:xfrm>
          <a:prstGeom prst="rect">
            <a:avLst/>
          </a:prstGeom>
          <a:solidFill>
            <a:srgbClr val="0A2040"/>
          </a:solidFill>
          <a:ln w="3810">
            <a:solidFill>
              <a:srgbClr val="0A20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>
            <a:extLst>
              <a:ext uri="{FF2B5EF4-FFF2-40B4-BE49-F238E27FC236}">
                <a16:creationId xmlns:a16="http://schemas.microsoft.com/office/drawing/2014/main" id="{F523C2A6-FE34-9CC3-1B77-E4755BC398CD}"/>
              </a:ext>
            </a:extLst>
          </p:cNvPr>
          <p:cNvSpPr/>
          <p:nvPr/>
        </p:nvSpPr>
        <p:spPr>
          <a:xfrm>
            <a:off x="0" y="5093208"/>
            <a:ext cx="9144000" cy="50292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2" name="Shape 20">
            <a:extLst>
              <a:ext uri="{FF2B5EF4-FFF2-40B4-BE49-F238E27FC236}">
                <a16:creationId xmlns:a16="http://schemas.microsoft.com/office/drawing/2014/main" id="{28C36720-860D-ECB0-69AB-0C9A8A9F1768}"/>
              </a:ext>
            </a:extLst>
          </p:cNvPr>
          <p:cNvSpPr/>
          <p:nvPr/>
        </p:nvSpPr>
        <p:spPr>
          <a:xfrm>
            <a:off x="73152" y="64008"/>
            <a:ext cx="274320" cy="36576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3" name="Shape 21">
            <a:extLst>
              <a:ext uri="{FF2B5EF4-FFF2-40B4-BE49-F238E27FC236}">
                <a16:creationId xmlns:a16="http://schemas.microsoft.com/office/drawing/2014/main" id="{AAC24BF6-F8FB-89AF-5348-BDC3D05DC9EF}"/>
              </a:ext>
            </a:extLst>
          </p:cNvPr>
          <p:cNvSpPr/>
          <p:nvPr/>
        </p:nvSpPr>
        <p:spPr>
          <a:xfrm>
            <a:off x="73152" y="64008"/>
            <a:ext cx="36576" cy="22860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4" name="Shape 22">
            <a:extLst>
              <a:ext uri="{FF2B5EF4-FFF2-40B4-BE49-F238E27FC236}">
                <a16:creationId xmlns:a16="http://schemas.microsoft.com/office/drawing/2014/main" id="{53E3D097-8D3F-7B50-4B10-522FC879A171}"/>
              </a:ext>
            </a:extLst>
          </p:cNvPr>
          <p:cNvSpPr/>
          <p:nvPr/>
        </p:nvSpPr>
        <p:spPr>
          <a:xfrm>
            <a:off x="8796528" y="64008"/>
            <a:ext cx="274320" cy="36576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5" name="Shape 23">
            <a:extLst>
              <a:ext uri="{FF2B5EF4-FFF2-40B4-BE49-F238E27FC236}">
                <a16:creationId xmlns:a16="http://schemas.microsoft.com/office/drawing/2014/main" id="{7F7B6016-7658-CAB6-249F-58438B4CEB60}"/>
              </a:ext>
            </a:extLst>
          </p:cNvPr>
          <p:cNvSpPr/>
          <p:nvPr/>
        </p:nvSpPr>
        <p:spPr>
          <a:xfrm>
            <a:off x="9034272" y="64008"/>
            <a:ext cx="36576" cy="22860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6" name="Shape 24">
            <a:extLst>
              <a:ext uri="{FF2B5EF4-FFF2-40B4-BE49-F238E27FC236}">
                <a16:creationId xmlns:a16="http://schemas.microsoft.com/office/drawing/2014/main" id="{03ABFD6E-E3B0-AFB1-E6C1-68996791F372}"/>
              </a:ext>
            </a:extLst>
          </p:cNvPr>
          <p:cNvSpPr/>
          <p:nvPr/>
        </p:nvSpPr>
        <p:spPr>
          <a:xfrm>
            <a:off x="73152" y="5042916"/>
            <a:ext cx="274320" cy="36576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7" name="Shape 25">
            <a:extLst>
              <a:ext uri="{FF2B5EF4-FFF2-40B4-BE49-F238E27FC236}">
                <a16:creationId xmlns:a16="http://schemas.microsoft.com/office/drawing/2014/main" id="{19677A9A-2DE7-769C-EBE8-AEE7CADA77A8}"/>
              </a:ext>
            </a:extLst>
          </p:cNvPr>
          <p:cNvSpPr/>
          <p:nvPr/>
        </p:nvSpPr>
        <p:spPr>
          <a:xfrm>
            <a:off x="73152" y="4850892"/>
            <a:ext cx="36576" cy="22860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8" name="Shape 26">
            <a:extLst>
              <a:ext uri="{FF2B5EF4-FFF2-40B4-BE49-F238E27FC236}">
                <a16:creationId xmlns:a16="http://schemas.microsoft.com/office/drawing/2014/main" id="{2F3F18F8-D3F5-4874-D369-B17A39D0A596}"/>
              </a:ext>
            </a:extLst>
          </p:cNvPr>
          <p:cNvSpPr/>
          <p:nvPr/>
        </p:nvSpPr>
        <p:spPr>
          <a:xfrm>
            <a:off x="8796528" y="5042916"/>
            <a:ext cx="274320" cy="36576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9" name="Shape 27">
            <a:extLst>
              <a:ext uri="{FF2B5EF4-FFF2-40B4-BE49-F238E27FC236}">
                <a16:creationId xmlns:a16="http://schemas.microsoft.com/office/drawing/2014/main" id="{64507483-91F7-4154-676B-E97278ABA45E}"/>
              </a:ext>
            </a:extLst>
          </p:cNvPr>
          <p:cNvSpPr/>
          <p:nvPr/>
        </p:nvSpPr>
        <p:spPr>
          <a:xfrm>
            <a:off x="9034272" y="4850892"/>
            <a:ext cx="36576" cy="22860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30" name="Shape 28">
            <a:extLst>
              <a:ext uri="{FF2B5EF4-FFF2-40B4-BE49-F238E27FC236}">
                <a16:creationId xmlns:a16="http://schemas.microsoft.com/office/drawing/2014/main" id="{4B9790F9-1CDD-6BFA-F1E7-6E12E69D96B2}"/>
              </a:ext>
            </a:extLst>
          </p:cNvPr>
          <p:cNvSpPr/>
          <p:nvPr/>
        </p:nvSpPr>
        <p:spPr>
          <a:xfrm>
            <a:off x="182880" y="109728"/>
            <a:ext cx="960120" cy="475488"/>
          </a:xfrm>
          <a:prstGeom prst="ellipse">
            <a:avLst/>
          </a:prstGeom>
          <a:solidFill>
            <a:srgbClr val="1C0E00"/>
          </a:solidFill>
          <a:ln w="17780">
            <a:solidFill>
              <a:srgbClr val="FF9500"/>
            </a:solidFill>
            <a:prstDash val="soli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31" name="Text 29">
            <a:extLst>
              <a:ext uri="{FF2B5EF4-FFF2-40B4-BE49-F238E27FC236}">
                <a16:creationId xmlns:a16="http://schemas.microsoft.com/office/drawing/2014/main" id="{248FB229-492B-E122-9BD2-9759D2A0703C}"/>
              </a:ext>
            </a:extLst>
          </p:cNvPr>
          <p:cNvSpPr/>
          <p:nvPr/>
        </p:nvSpPr>
        <p:spPr>
          <a:xfrm>
            <a:off x="182880" y="109728"/>
            <a:ext cx="960120" cy="475488"/>
          </a:xfrm>
          <a:prstGeom prst="rect">
            <a:avLst/>
          </a:prstGeom>
          <a:noFill/>
          <a:ln/>
          <a:effectLst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95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POWER</a:t>
            </a:r>
            <a:endParaRPr lang="en-US" sz="800" dirty="0"/>
          </a:p>
          <a:p>
            <a:pPr marL="0" indent="0" algn="ctr">
              <a:buNone/>
            </a:pPr>
            <a:r>
              <a:rPr lang="en-US" sz="800" b="1" dirty="0">
                <a:solidFill>
                  <a:srgbClr val="FF95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</a:t>
            </a:r>
            <a:endParaRPr lang="en-US" sz="800" dirty="0"/>
          </a:p>
        </p:txBody>
      </p:sp>
      <p:sp>
        <p:nvSpPr>
          <p:cNvPr id="39" name="Text 37">
            <a:extLst>
              <a:ext uri="{FF2B5EF4-FFF2-40B4-BE49-F238E27FC236}">
                <a16:creationId xmlns:a16="http://schemas.microsoft.com/office/drawing/2014/main" id="{BFB6DFE3-1625-D021-99C6-4F21DD16F211}"/>
              </a:ext>
            </a:extLst>
          </p:cNvPr>
          <p:cNvSpPr/>
          <p:nvPr/>
        </p:nvSpPr>
        <p:spPr>
          <a:xfrm>
            <a:off x="256032" y="786384"/>
            <a:ext cx="2011680" cy="256032"/>
          </a:xfrm>
          <a:prstGeom prst="rect">
            <a:avLst/>
          </a:prstGeom>
          <a:noFill/>
          <a:ln/>
          <a:effectLst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b="1" kern="0" spc="300" dirty="0">
                <a:solidFill>
                  <a:srgbClr val="6688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TOP MODULE</a:t>
            </a:r>
            <a:endParaRPr lang="en-US" sz="750" dirty="0"/>
          </a:p>
        </p:txBody>
      </p:sp>
      <p:sp>
        <p:nvSpPr>
          <p:cNvPr id="40" name="Shape 38">
            <a:extLst>
              <a:ext uri="{FF2B5EF4-FFF2-40B4-BE49-F238E27FC236}">
                <a16:creationId xmlns:a16="http://schemas.microsoft.com/office/drawing/2014/main" id="{6B296228-E92B-449A-D94C-5FECC3F97CD4}"/>
              </a:ext>
            </a:extLst>
          </p:cNvPr>
          <p:cNvSpPr/>
          <p:nvPr/>
        </p:nvSpPr>
        <p:spPr>
          <a:xfrm>
            <a:off x="411480" y="896112"/>
            <a:ext cx="1783080" cy="804672"/>
          </a:xfrm>
          <a:prstGeom prst="rect">
            <a:avLst/>
          </a:prstGeom>
          <a:solidFill>
            <a:srgbClr val="0B2850"/>
          </a:solidFill>
          <a:ln w="15240">
            <a:solidFill>
              <a:srgbClr val="2B7AE0"/>
            </a:solidFill>
            <a:prstDash val="soli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41" name="Text 39">
            <a:extLst>
              <a:ext uri="{FF2B5EF4-FFF2-40B4-BE49-F238E27FC236}">
                <a16:creationId xmlns:a16="http://schemas.microsoft.com/office/drawing/2014/main" id="{CE1D5E43-2011-45A4-85E3-8E4F12E42AAB}"/>
              </a:ext>
            </a:extLst>
          </p:cNvPr>
          <p:cNvSpPr/>
          <p:nvPr/>
        </p:nvSpPr>
        <p:spPr>
          <a:xfrm>
            <a:off x="411480" y="896112"/>
            <a:ext cx="1783080" cy="450616"/>
          </a:xfrm>
          <a:prstGeom prst="rect">
            <a:avLst/>
          </a:prstGeom>
          <a:noFill/>
          <a:ln/>
          <a:effectLst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BOOT FSM</a:t>
            </a:r>
            <a:endParaRPr lang="en-US" sz="900" dirty="0"/>
          </a:p>
        </p:txBody>
      </p:sp>
      <p:sp>
        <p:nvSpPr>
          <p:cNvPr id="42" name="Text 40">
            <a:extLst>
              <a:ext uri="{FF2B5EF4-FFF2-40B4-BE49-F238E27FC236}">
                <a16:creationId xmlns:a16="http://schemas.microsoft.com/office/drawing/2014/main" id="{35916011-9C95-C78F-A5B8-7D73102FA6BF}"/>
              </a:ext>
            </a:extLst>
          </p:cNvPr>
          <p:cNvSpPr/>
          <p:nvPr/>
        </p:nvSpPr>
        <p:spPr>
          <a:xfrm>
            <a:off x="411480" y="1314541"/>
            <a:ext cx="1783080" cy="386243"/>
          </a:xfrm>
          <a:prstGeom prst="rect">
            <a:avLst/>
          </a:prstGeom>
          <a:noFill/>
          <a:ln/>
          <a:effectLst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00" i="1" dirty="0">
                <a:solidFill>
                  <a:srgbClr val="6688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Controller</a:t>
            </a:r>
            <a:endParaRPr lang="en-US" sz="700" dirty="0"/>
          </a:p>
        </p:txBody>
      </p:sp>
      <p:sp>
        <p:nvSpPr>
          <p:cNvPr id="38" name="Shape 54">
            <a:extLst>
              <a:ext uri="{FF2B5EF4-FFF2-40B4-BE49-F238E27FC236}">
                <a16:creationId xmlns:a16="http://schemas.microsoft.com/office/drawing/2014/main" id="{F2BF3198-2E0C-3BF0-ABFD-6E5370C4F9A7}"/>
              </a:ext>
            </a:extLst>
          </p:cNvPr>
          <p:cNvSpPr/>
          <p:nvPr/>
        </p:nvSpPr>
        <p:spPr>
          <a:xfrm>
            <a:off x="662940" y="585216"/>
            <a:ext cx="0" cy="281087"/>
          </a:xfrm>
          <a:prstGeom prst="line">
            <a:avLst/>
          </a:prstGeom>
          <a:noFill/>
          <a:ln w="22860">
            <a:solidFill>
              <a:srgbClr val="FF9500">
                <a:alpha val="95000"/>
              </a:srgbClr>
            </a:solidFill>
            <a:prstDash val="solid"/>
            <a:tailEnd type="triangle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60" name="Text 55">
            <a:extLst>
              <a:ext uri="{FF2B5EF4-FFF2-40B4-BE49-F238E27FC236}">
                <a16:creationId xmlns:a16="http://schemas.microsoft.com/office/drawing/2014/main" id="{B32D117A-1A23-DC21-E17C-C1ACE935DE33}"/>
              </a:ext>
            </a:extLst>
          </p:cNvPr>
          <p:cNvSpPr/>
          <p:nvPr/>
        </p:nvSpPr>
        <p:spPr>
          <a:xfrm>
            <a:off x="961898" y="585216"/>
            <a:ext cx="1005840" cy="228600"/>
          </a:xfrm>
          <a:prstGeom prst="rect">
            <a:avLst/>
          </a:prstGeom>
          <a:solidFill>
            <a:srgbClr val="041020"/>
          </a:solidFill>
          <a:ln w="8890">
            <a:solidFill>
              <a:srgbClr val="FF9500"/>
            </a:solidFill>
          </a:ln>
          <a:effectLst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95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Boot request</a:t>
            </a:r>
            <a:endParaRPr lang="en-US" sz="750" dirty="0"/>
          </a:p>
        </p:txBody>
      </p:sp>
      <p:sp>
        <p:nvSpPr>
          <p:cNvPr id="73" name="Shape 43">
            <a:extLst>
              <a:ext uri="{FF2B5EF4-FFF2-40B4-BE49-F238E27FC236}">
                <a16:creationId xmlns:a16="http://schemas.microsoft.com/office/drawing/2014/main" id="{50BBE9A0-61AB-0066-1FA2-BDDF70209726}"/>
              </a:ext>
            </a:extLst>
          </p:cNvPr>
          <p:cNvSpPr/>
          <p:nvPr/>
        </p:nvSpPr>
        <p:spPr>
          <a:xfrm>
            <a:off x="381000" y="2933700"/>
            <a:ext cx="1783080" cy="804672"/>
          </a:xfrm>
          <a:prstGeom prst="rect">
            <a:avLst/>
          </a:prstGeom>
          <a:solidFill>
            <a:srgbClr val="012018"/>
          </a:solidFill>
          <a:ln w="15240">
            <a:solidFill>
              <a:srgbClr val="00B860"/>
            </a:solidFill>
            <a:prstDash val="soli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4" name="Text 44">
            <a:extLst>
              <a:ext uri="{FF2B5EF4-FFF2-40B4-BE49-F238E27FC236}">
                <a16:creationId xmlns:a16="http://schemas.microsoft.com/office/drawing/2014/main" id="{26918D06-6FF8-4AAA-1B7E-003E5FE51808}"/>
              </a:ext>
            </a:extLst>
          </p:cNvPr>
          <p:cNvSpPr/>
          <p:nvPr/>
        </p:nvSpPr>
        <p:spPr>
          <a:xfrm>
            <a:off x="381000" y="2933700"/>
            <a:ext cx="1783080" cy="450616"/>
          </a:xfrm>
          <a:prstGeom prst="rect">
            <a:avLst/>
          </a:prstGeom>
          <a:noFill/>
          <a:ln/>
          <a:effectLst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POLICY</a:t>
            </a:r>
            <a:endParaRPr lang="en-US" sz="900" dirty="0"/>
          </a:p>
        </p:txBody>
      </p:sp>
      <p:sp>
        <p:nvSpPr>
          <p:cNvPr id="75" name="Text 45">
            <a:extLst>
              <a:ext uri="{FF2B5EF4-FFF2-40B4-BE49-F238E27FC236}">
                <a16:creationId xmlns:a16="http://schemas.microsoft.com/office/drawing/2014/main" id="{7A54411C-98A4-D9A4-EA28-24EA3EDFC6F2}"/>
              </a:ext>
            </a:extLst>
          </p:cNvPr>
          <p:cNvSpPr/>
          <p:nvPr/>
        </p:nvSpPr>
        <p:spPr>
          <a:xfrm>
            <a:off x="381000" y="3352129"/>
            <a:ext cx="1783080" cy="386243"/>
          </a:xfrm>
          <a:prstGeom prst="rect">
            <a:avLst/>
          </a:prstGeom>
          <a:noFill/>
          <a:ln/>
          <a:effectLst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00" i="1" dirty="0">
                <a:solidFill>
                  <a:srgbClr val="6688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Engine</a:t>
            </a:r>
            <a:endParaRPr lang="en-US" sz="700" dirty="0"/>
          </a:p>
        </p:txBody>
      </p:sp>
      <p:sp>
        <p:nvSpPr>
          <p:cNvPr id="79" name="Shape 41">
            <a:extLst>
              <a:ext uri="{FF2B5EF4-FFF2-40B4-BE49-F238E27FC236}">
                <a16:creationId xmlns:a16="http://schemas.microsoft.com/office/drawing/2014/main" id="{99DFAB18-12CF-916B-CCB5-C33CE07C0CE9}"/>
              </a:ext>
            </a:extLst>
          </p:cNvPr>
          <p:cNvSpPr/>
          <p:nvPr/>
        </p:nvSpPr>
        <p:spPr>
          <a:xfrm>
            <a:off x="3291840" y="1481328"/>
            <a:ext cx="2560320" cy="1115568"/>
          </a:xfrm>
          <a:prstGeom prst="ellipse">
            <a:avLst/>
          </a:prstGeom>
          <a:solidFill>
            <a:srgbClr val="280000"/>
          </a:solidFill>
          <a:ln w="19050">
            <a:solidFill>
              <a:srgbClr val="FF2244"/>
            </a:solidFill>
            <a:prstDash val="soli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80" name="Text 42">
            <a:extLst>
              <a:ext uri="{FF2B5EF4-FFF2-40B4-BE49-F238E27FC236}">
                <a16:creationId xmlns:a16="http://schemas.microsoft.com/office/drawing/2014/main" id="{626C301D-D578-B71C-6FCA-8FC7E18557BB}"/>
              </a:ext>
            </a:extLst>
          </p:cNvPr>
          <p:cNvSpPr/>
          <p:nvPr/>
        </p:nvSpPr>
        <p:spPr>
          <a:xfrm>
            <a:off x="3291840" y="1481328"/>
            <a:ext cx="2560320" cy="1115568"/>
          </a:xfrm>
          <a:prstGeom prst="rect">
            <a:avLst/>
          </a:prstGeom>
          <a:noFill/>
          <a:ln/>
          <a:effectLst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6688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AUTHENTICATION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6688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DONE ✗</a:t>
            </a:r>
            <a:endParaRPr lang="en-US" sz="900" dirty="0"/>
          </a:p>
        </p:txBody>
      </p:sp>
      <p:sp>
        <p:nvSpPr>
          <p:cNvPr id="81" name="Text 65">
            <a:extLst>
              <a:ext uri="{FF2B5EF4-FFF2-40B4-BE49-F238E27FC236}">
                <a16:creationId xmlns:a16="http://schemas.microsoft.com/office/drawing/2014/main" id="{0DA78F02-3BB4-C9F4-CD82-DFDA91944C6D}"/>
              </a:ext>
            </a:extLst>
          </p:cNvPr>
          <p:cNvSpPr/>
          <p:nvPr/>
        </p:nvSpPr>
        <p:spPr>
          <a:xfrm>
            <a:off x="2004294" y="2452878"/>
            <a:ext cx="868680" cy="237744"/>
          </a:xfrm>
          <a:prstGeom prst="rect">
            <a:avLst/>
          </a:prstGeom>
          <a:solidFill>
            <a:srgbClr val="041020"/>
          </a:solidFill>
          <a:ln w="8890">
            <a:solidFill>
              <a:srgbClr val="FF2244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22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Auth_fail</a:t>
            </a:r>
            <a:endParaRPr lang="en-US" sz="750" dirty="0"/>
          </a:p>
        </p:txBody>
      </p:sp>
      <p:sp>
        <p:nvSpPr>
          <p:cNvPr id="82" name="Shape 64">
            <a:extLst>
              <a:ext uri="{FF2B5EF4-FFF2-40B4-BE49-F238E27FC236}">
                <a16:creationId xmlns:a16="http://schemas.microsoft.com/office/drawing/2014/main" id="{6946CEAA-F19A-A730-E81B-0B182B0A1978}"/>
              </a:ext>
            </a:extLst>
          </p:cNvPr>
          <p:cNvSpPr/>
          <p:nvPr/>
        </p:nvSpPr>
        <p:spPr>
          <a:xfrm flipH="1">
            <a:off x="2191892" y="2363644"/>
            <a:ext cx="1224154" cy="904281"/>
          </a:xfrm>
          <a:prstGeom prst="line">
            <a:avLst/>
          </a:prstGeom>
          <a:noFill/>
          <a:ln w="25400">
            <a:solidFill>
              <a:srgbClr val="FF2244">
                <a:alpha val="95000"/>
              </a:srgbClr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43" name="Shape 66">
            <a:extLst>
              <a:ext uri="{FF2B5EF4-FFF2-40B4-BE49-F238E27FC236}">
                <a16:creationId xmlns:a16="http://schemas.microsoft.com/office/drawing/2014/main" id="{3E53D122-142A-8388-62C3-6C9E9911730B}"/>
              </a:ext>
            </a:extLst>
          </p:cNvPr>
          <p:cNvSpPr/>
          <p:nvPr/>
        </p:nvSpPr>
        <p:spPr>
          <a:xfrm flipV="1">
            <a:off x="2204084" y="3318216"/>
            <a:ext cx="1462658" cy="2109"/>
          </a:xfrm>
          <a:prstGeom prst="line">
            <a:avLst/>
          </a:prstGeom>
          <a:noFill/>
          <a:ln w="22860">
            <a:solidFill>
              <a:srgbClr val="FF2244">
                <a:alpha val="95000"/>
              </a:srgbClr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67">
            <a:extLst>
              <a:ext uri="{FF2B5EF4-FFF2-40B4-BE49-F238E27FC236}">
                <a16:creationId xmlns:a16="http://schemas.microsoft.com/office/drawing/2014/main" id="{5DF9C38F-3D7D-B008-DB32-134468682B82}"/>
              </a:ext>
            </a:extLst>
          </p:cNvPr>
          <p:cNvSpPr/>
          <p:nvPr/>
        </p:nvSpPr>
        <p:spPr>
          <a:xfrm>
            <a:off x="2368296" y="3434242"/>
            <a:ext cx="868680" cy="237744"/>
          </a:xfrm>
          <a:prstGeom prst="rect">
            <a:avLst/>
          </a:prstGeom>
          <a:solidFill>
            <a:srgbClr val="041020"/>
          </a:solidFill>
          <a:ln w="8890">
            <a:solidFill>
              <a:srgbClr val="FF2244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22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Policy Deny</a:t>
            </a:r>
            <a:endParaRPr lang="en-US" sz="750" dirty="0"/>
          </a:p>
        </p:txBody>
      </p:sp>
      <p:sp>
        <p:nvSpPr>
          <p:cNvPr id="70" name="Shape 68">
            <a:extLst>
              <a:ext uri="{FF2B5EF4-FFF2-40B4-BE49-F238E27FC236}">
                <a16:creationId xmlns:a16="http://schemas.microsoft.com/office/drawing/2014/main" id="{F61DDA73-9A18-9953-CE8D-F6815A9D6536}"/>
              </a:ext>
            </a:extLst>
          </p:cNvPr>
          <p:cNvSpPr/>
          <p:nvPr/>
        </p:nvSpPr>
        <p:spPr>
          <a:xfrm flipV="1">
            <a:off x="4572000" y="2596896"/>
            <a:ext cx="0" cy="322152"/>
          </a:xfrm>
          <a:prstGeom prst="line">
            <a:avLst/>
          </a:prstGeom>
          <a:noFill/>
          <a:ln w="22860">
            <a:solidFill>
              <a:srgbClr val="FF9500">
                <a:alpha val="95000"/>
              </a:srgbClr>
            </a:solidFill>
            <a:prstDash val="solid"/>
            <a:tailEnd type="triangle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1" name="Text 69">
            <a:extLst>
              <a:ext uri="{FF2B5EF4-FFF2-40B4-BE49-F238E27FC236}">
                <a16:creationId xmlns:a16="http://schemas.microsoft.com/office/drawing/2014/main" id="{79FFEE8F-6E68-1B81-547B-E738F2B12EDC}"/>
              </a:ext>
            </a:extLst>
          </p:cNvPr>
          <p:cNvSpPr/>
          <p:nvPr/>
        </p:nvSpPr>
        <p:spPr>
          <a:xfrm>
            <a:off x="5061204" y="2610612"/>
            <a:ext cx="868680" cy="237744"/>
          </a:xfrm>
          <a:prstGeom prst="rect">
            <a:avLst/>
          </a:prstGeom>
          <a:solidFill>
            <a:srgbClr val="041020"/>
          </a:solidFill>
          <a:ln w="8890">
            <a:solidFill>
              <a:srgbClr val="FF9500"/>
            </a:solidFill>
          </a:ln>
          <a:effectLst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95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Max Retry</a:t>
            </a:r>
            <a:endParaRPr lang="en-US" sz="750" dirty="0"/>
          </a:p>
        </p:txBody>
      </p:sp>
      <p:sp>
        <p:nvSpPr>
          <p:cNvPr id="76" name="Shape 46">
            <a:extLst>
              <a:ext uri="{FF2B5EF4-FFF2-40B4-BE49-F238E27FC236}">
                <a16:creationId xmlns:a16="http://schemas.microsoft.com/office/drawing/2014/main" id="{B68C66CC-D6CC-B6C4-AB1F-4B529F53DF0A}"/>
              </a:ext>
            </a:extLst>
          </p:cNvPr>
          <p:cNvSpPr/>
          <p:nvPr/>
        </p:nvSpPr>
        <p:spPr>
          <a:xfrm>
            <a:off x="3675886" y="2919048"/>
            <a:ext cx="1975104" cy="804672"/>
          </a:xfrm>
          <a:prstGeom prst="rect">
            <a:avLst/>
          </a:prstGeom>
          <a:solidFill>
            <a:srgbClr val="251000"/>
          </a:solidFill>
          <a:ln w="15240">
            <a:solidFill>
              <a:srgbClr val="CC6600"/>
            </a:solidFill>
            <a:prstDash val="soli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7" name="Text 47">
            <a:extLst>
              <a:ext uri="{FF2B5EF4-FFF2-40B4-BE49-F238E27FC236}">
                <a16:creationId xmlns:a16="http://schemas.microsoft.com/office/drawing/2014/main" id="{CAD19D11-23A0-8765-BA1A-1D3C28E5BC40}"/>
              </a:ext>
            </a:extLst>
          </p:cNvPr>
          <p:cNvSpPr/>
          <p:nvPr/>
        </p:nvSpPr>
        <p:spPr>
          <a:xfrm>
            <a:off x="3675886" y="2919048"/>
            <a:ext cx="1975104" cy="450616"/>
          </a:xfrm>
          <a:prstGeom prst="rect">
            <a:avLst/>
          </a:prstGeom>
          <a:noFill/>
          <a:ln/>
          <a:effectLst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RETRY</a:t>
            </a:r>
            <a:endParaRPr lang="en-US" sz="900" dirty="0"/>
          </a:p>
        </p:txBody>
      </p:sp>
      <p:sp>
        <p:nvSpPr>
          <p:cNvPr id="83" name="Text 48">
            <a:extLst>
              <a:ext uri="{FF2B5EF4-FFF2-40B4-BE49-F238E27FC236}">
                <a16:creationId xmlns:a16="http://schemas.microsoft.com/office/drawing/2014/main" id="{A2C33B6F-E561-AA6E-D0EC-941AC93FCAC9}"/>
              </a:ext>
            </a:extLst>
          </p:cNvPr>
          <p:cNvSpPr/>
          <p:nvPr/>
        </p:nvSpPr>
        <p:spPr>
          <a:xfrm>
            <a:off x="3675886" y="3337477"/>
            <a:ext cx="1975104" cy="386243"/>
          </a:xfrm>
          <a:prstGeom prst="rect">
            <a:avLst/>
          </a:prstGeom>
          <a:noFill/>
          <a:ln/>
          <a:effectLst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00" i="1" dirty="0">
                <a:solidFill>
                  <a:srgbClr val="6688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Counter</a:t>
            </a:r>
            <a:endParaRPr lang="en-US" sz="700" dirty="0"/>
          </a:p>
        </p:txBody>
      </p:sp>
      <p:sp>
        <p:nvSpPr>
          <p:cNvPr id="45" name="Shape 70">
            <a:extLst>
              <a:ext uri="{FF2B5EF4-FFF2-40B4-BE49-F238E27FC236}">
                <a16:creationId xmlns:a16="http://schemas.microsoft.com/office/drawing/2014/main" id="{B9A8F685-1F71-CC23-D293-DFF8310214DA}"/>
              </a:ext>
            </a:extLst>
          </p:cNvPr>
          <p:cNvSpPr/>
          <p:nvPr/>
        </p:nvSpPr>
        <p:spPr>
          <a:xfrm flipV="1">
            <a:off x="5660134" y="3236977"/>
            <a:ext cx="1033274" cy="4571"/>
          </a:xfrm>
          <a:prstGeom prst="line">
            <a:avLst/>
          </a:prstGeom>
          <a:noFill/>
          <a:ln w="22860">
            <a:solidFill>
              <a:srgbClr val="FF2244">
                <a:alpha val="95000"/>
              </a:srgbClr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71">
            <a:extLst>
              <a:ext uri="{FF2B5EF4-FFF2-40B4-BE49-F238E27FC236}">
                <a16:creationId xmlns:a16="http://schemas.microsoft.com/office/drawing/2014/main" id="{E82CFC8D-C3A0-022D-E32B-37DFFEB60CC0}"/>
              </a:ext>
            </a:extLst>
          </p:cNvPr>
          <p:cNvSpPr/>
          <p:nvPr/>
        </p:nvSpPr>
        <p:spPr>
          <a:xfrm>
            <a:off x="5747004" y="3320327"/>
            <a:ext cx="868680" cy="237744"/>
          </a:xfrm>
          <a:prstGeom prst="rect">
            <a:avLst/>
          </a:prstGeom>
          <a:solidFill>
            <a:srgbClr val="041020"/>
          </a:solidFill>
          <a:ln w="8890">
            <a:solidFill>
              <a:srgbClr val="FF2244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22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Lockdown</a:t>
            </a:r>
            <a:endParaRPr lang="en-US" sz="750" dirty="0"/>
          </a:p>
        </p:txBody>
      </p:sp>
      <p:sp>
        <p:nvSpPr>
          <p:cNvPr id="49" name="Shape 52"/>
          <p:cNvSpPr/>
          <p:nvPr/>
        </p:nvSpPr>
        <p:spPr>
          <a:xfrm>
            <a:off x="2194560" y="4206240"/>
            <a:ext cx="4754880" cy="548640"/>
          </a:xfrm>
          <a:prstGeom prst="rect">
            <a:avLst/>
          </a:prstGeom>
          <a:solidFill>
            <a:srgbClr val="280000">
              <a:alpha val="90000"/>
            </a:srgbClr>
          </a:solidFill>
          <a:ln w="27940">
            <a:solidFill>
              <a:srgbClr val="FF2244"/>
            </a:solidFill>
            <a:prstDash val="soli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50" name="Text 53"/>
          <p:cNvSpPr/>
          <p:nvPr/>
        </p:nvSpPr>
        <p:spPr>
          <a:xfrm>
            <a:off x="2194560" y="4206240"/>
            <a:ext cx="4754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22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⚠  DEVICE IN RESET MODE  —  LOCKED DOWN</a:t>
            </a:r>
            <a:endParaRPr lang="en-US" sz="1000" dirty="0"/>
          </a:p>
        </p:txBody>
      </p:sp>
      <p:sp>
        <p:nvSpPr>
          <p:cNvPr id="51" name="Shape 72"/>
          <p:cNvSpPr/>
          <p:nvPr/>
        </p:nvSpPr>
        <p:spPr>
          <a:xfrm>
            <a:off x="7662672" y="3639312"/>
            <a:ext cx="0" cy="566928"/>
          </a:xfrm>
          <a:prstGeom prst="line">
            <a:avLst/>
          </a:prstGeom>
          <a:noFill/>
          <a:ln w="25400">
            <a:solidFill>
              <a:srgbClr val="FF2244">
                <a:alpha val="95000"/>
              </a:srgbClr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52" name="Text 73"/>
          <p:cNvSpPr/>
          <p:nvPr/>
        </p:nvSpPr>
        <p:spPr>
          <a:xfrm>
            <a:off x="7228332" y="4288536"/>
            <a:ext cx="868680" cy="237744"/>
          </a:xfrm>
          <a:prstGeom prst="rect">
            <a:avLst/>
          </a:prstGeom>
          <a:solidFill>
            <a:srgbClr val="041020"/>
          </a:solidFill>
          <a:ln w="8890">
            <a:solidFill>
              <a:srgbClr val="FF2244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2244"/>
                </a:solidFill>
                <a:latin typeface="Consolas" pitchFamily="34" charset="0"/>
              </a:rPr>
              <a:t>ENABLE</a:t>
            </a:r>
          </a:p>
        </p:txBody>
      </p:sp>
      <p:sp>
        <p:nvSpPr>
          <p:cNvPr id="53" name="Shape 49">
            <a:extLst>
              <a:ext uri="{FF2B5EF4-FFF2-40B4-BE49-F238E27FC236}">
                <a16:creationId xmlns:a16="http://schemas.microsoft.com/office/drawing/2014/main" id="{09EBB6B4-04B2-EB1F-BFD6-914D4CCE6F8B}"/>
              </a:ext>
            </a:extLst>
          </p:cNvPr>
          <p:cNvSpPr/>
          <p:nvPr/>
        </p:nvSpPr>
        <p:spPr>
          <a:xfrm>
            <a:off x="6748272" y="2834640"/>
            <a:ext cx="1828800" cy="804672"/>
          </a:xfrm>
          <a:prstGeom prst="rect">
            <a:avLst/>
          </a:prstGeom>
          <a:solidFill>
            <a:srgbClr val="250000"/>
          </a:solidFill>
          <a:ln w="15240">
            <a:solidFill>
              <a:srgbClr val="CC1122"/>
            </a:solidFill>
            <a:prstDash val="solid"/>
          </a:ln>
          <a:effectLst>
            <a:glow rad="76200">
              <a:srgbClr val="FF4466">
                <a:alpha val="45000"/>
              </a:srgbClr>
            </a:glow>
          </a:effectLst>
        </p:spPr>
        <p:txBody>
          <a:bodyPr/>
          <a:lstStyle/>
          <a:p>
            <a:endParaRPr lang="en-US"/>
          </a:p>
        </p:txBody>
      </p:sp>
      <p:sp>
        <p:nvSpPr>
          <p:cNvPr id="68" name="Text 50">
            <a:extLst>
              <a:ext uri="{FF2B5EF4-FFF2-40B4-BE49-F238E27FC236}">
                <a16:creationId xmlns:a16="http://schemas.microsoft.com/office/drawing/2014/main" id="{62D783D0-DC75-0C5B-D2A2-1BFA58A92BEC}"/>
              </a:ext>
            </a:extLst>
          </p:cNvPr>
          <p:cNvSpPr/>
          <p:nvPr/>
        </p:nvSpPr>
        <p:spPr>
          <a:xfrm>
            <a:off x="6748272" y="2834640"/>
            <a:ext cx="1828800" cy="450616"/>
          </a:xfrm>
          <a:prstGeom prst="rect">
            <a:avLst/>
          </a:prstGeom>
          <a:noFill/>
          <a:ln/>
          <a:effectLst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LOCKDOWN</a:t>
            </a:r>
            <a:endParaRPr lang="en-US" sz="900" dirty="0"/>
          </a:p>
        </p:txBody>
      </p:sp>
      <p:sp>
        <p:nvSpPr>
          <p:cNvPr id="69" name="Text 51">
            <a:extLst>
              <a:ext uri="{FF2B5EF4-FFF2-40B4-BE49-F238E27FC236}">
                <a16:creationId xmlns:a16="http://schemas.microsoft.com/office/drawing/2014/main" id="{82C0508A-1DCC-8D7F-0116-E6948AD2E876}"/>
              </a:ext>
            </a:extLst>
          </p:cNvPr>
          <p:cNvSpPr/>
          <p:nvPr/>
        </p:nvSpPr>
        <p:spPr>
          <a:xfrm>
            <a:off x="6748272" y="3253069"/>
            <a:ext cx="1828800" cy="386243"/>
          </a:xfrm>
          <a:prstGeom prst="rect">
            <a:avLst/>
          </a:prstGeom>
          <a:noFill/>
          <a:ln/>
          <a:effectLst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00" i="1" dirty="0">
                <a:solidFill>
                  <a:srgbClr val="6688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Control</a:t>
            </a:r>
            <a:endParaRPr lang="en-US" sz="700" dirty="0"/>
          </a:p>
        </p:txBody>
      </p:sp>
      <p:sp>
        <p:nvSpPr>
          <p:cNvPr id="84" name="Shape 76"/>
          <p:cNvSpPr/>
          <p:nvPr/>
        </p:nvSpPr>
        <p:spPr>
          <a:xfrm>
            <a:off x="109728" y="4668012"/>
            <a:ext cx="1856232" cy="347472"/>
          </a:xfrm>
          <a:prstGeom prst="rect">
            <a:avLst/>
          </a:prstGeom>
          <a:solidFill>
            <a:srgbClr val="071830"/>
          </a:solidFill>
          <a:ln w="10160">
            <a:solidFill>
              <a:srgbClr val="FF22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5" name="Text 77"/>
          <p:cNvSpPr/>
          <p:nvPr/>
        </p:nvSpPr>
        <p:spPr>
          <a:xfrm>
            <a:off x="109728" y="4668012"/>
            <a:ext cx="1856232" cy="347472"/>
          </a:xfrm>
          <a:prstGeom prst="rect">
            <a:avLst/>
          </a:prstGeom>
          <a:noFill/>
          <a:ln/>
        </p:spPr>
        <p:txBody>
          <a:bodyPr wrap="square" lIns="0" tIns="7620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FF22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 Lockdown Control → Device in Reset Mode ]</a:t>
            </a:r>
            <a:endParaRPr lang="en-US" sz="800" dirty="0"/>
          </a:p>
        </p:txBody>
      </p:sp>
      <p:sp>
        <p:nvSpPr>
          <p:cNvPr id="86" name="Shape 74"/>
          <p:cNvSpPr/>
          <p:nvPr/>
        </p:nvSpPr>
        <p:spPr>
          <a:xfrm>
            <a:off x="7150608" y="91440"/>
            <a:ext cx="1883664" cy="365760"/>
          </a:xfrm>
          <a:prstGeom prst="rect">
            <a:avLst/>
          </a:prstGeom>
          <a:solidFill>
            <a:srgbClr val="071830"/>
          </a:solidFill>
          <a:ln w="12700">
            <a:solidFill>
              <a:srgbClr val="FF22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7" name="Text 75"/>
          <p:cNvSpPr/>
          <p:nvPr/>
        </p:nvSpPr>
        <p:spPr>
          <a:xfrm>
            <a:off x="7150608" y="91440"/>
            <a:ext cx="188366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22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17 · DEVICE RESET</a:t>
            </a:r>
            <a:endParaRPr lang="en-US" sz="700" dirty="0"/>
          </a:p>
        </p:txBody>
      </p:sp>
      <p:sp>
        <p:nvSpPr>
          <p:cNvPr id="88" name="Shape 56">
            <a:extLst>
              <a:ext uri="{FF2B5EF4-FFF2-40B4-BE49-F238E27FC236}">
                <a16:creationId xmlns:a16="http://schemas.microsoft.com/office/drawing/2014/main" id="{0DB7A6D4-DE20-DBA9-4AFA-3219AA109730}"/>
              </a:ext>
            </a:extLst>
          </p:cNvPr>
          <p:cNvSpPr/>
          <p:nvPr/>
        </p:nvSpPr>
        <p:spPr>
          <a:xfrm>
            <a:off x="2194560" y="1298448"/>
            <a:ext cx="1120140" cy="505480"/>
          </a:xfrm>
          <a:prstGeom prst="line">
            <a:avLst/>
          </a:prstGeom>
          <a:noFill/>
          <a:ln w="22860">
            <a:solidFill>
              <a:srgbClr val="00D4FF">
                <a:alpha val="95000"/>
              </a:srgbClr>
            </a:solidFill>
            <a:prstDash val="solid"/>
            <a:tailEnd type="triangle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89" name="Text 57">
            <a:extLst>
              <a:ext uri="{FF2B5EF4-FFF2-40B4-BE49-F238E27FC236}">
                <a16:creationId xmlns:a16="http://schemas.microsoft.com/office/drawing/2014/main" id="{922A11BD-0463-AB81-2BE0-DF91CEF0B9D0}"/>
              </a:ext>
            </a:extLst>
          </p:cNvPr>
          <p:cNvSpPr/>
          <p:nvPr/>
        </p:nvSpPr>
        <p:spPr>
          <a:xfrm>
            <a:off x="2590038" y="1189401"/>
            <a:ext cx="868680" cy="219456"/>
          </a:xfrm>
          <a:prstGeom prst="rect">
            <a:avLst/>
          </a:prstGeom>
          <a:solidFill>
            <a:srgbClr val="041020"/>
          </a:solidFill>
          <a:ln w="8890">
            <a:solidFill>
              <a:srgbClr val="00D4FF"/>
            </a:solidFill>
          </a:ln>
          <a:effectLst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auth_start</a:t>
            </a:r>
            <a:endParaRPr lang="en-US" sz="750" dirty="0"/>
          </a:p>
        </p:txBody>
      </p:sp>
      <p:sp>
        <p:nvSpPr>
          <p:cNvPr id="100" name="Shape 30">
            <a:extLst>
              <a:ext uri="{FF2B5EF4-FFF2-40B4-BE49-F238E27FC236}">
                <a16:creationId xmlns:a16="http://schemas.microsoft.com/office/drawing/2014/main" id="{8596FE0B-79B0-D131-7721-B770864E5661}"/>
              </a:ext>
            </a:extLst>
          </p:cNvPr>
          <p:cNvSpPr/>
          <p:nvPr/>
        </p:nvSpPr>
        <p:spPr>
          <a:xfrm>
            <a:off x="3627120" y="109728"/>
            <a:ext cx="1920240" cy="475488"/>
          </a:xfrm>
          <a:prstGeom prst="rect">
            <a:avLst/>
          </a:prstGeom>
          <a:solidFill>
            <a:srgbClr val="180038"/>
          </a:solidFill>
          <a:ln w="15240">
            <a:solidFill>
              <a:srgbClr val="8844EE"/>
            </a:solidFill>
            <a:prstDash val="soli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01" name="Text 31">
            <a:extLst>
              <a:ext uri="{FF2B5EF4-FFF2-40B4-BE49-F238E27FC236}">
                <a16:creationId xmlns:a16="http://schemas.microsoft.com/office/drawing/2014/main" id="{35E56FAA-F707-1CAC-7DBC-E22C471E78ED}"/>
              </a:ext>
            </a:extLst>
          </p:cNvPr>
          <p:cNvSpPr/>
          <p:nvPr/>
        </p:nvSpPr>
        <p:spPr>
          <a:xfrm>
            <a:off x="3627120" y="109728"/>
            <a:ext cx="1920240" cy="266273"/>
          </a:xfrm>
          <a:prstGeom prst="rect">
            <a:avLst/>
          </a:prstGeom>
          <a:noFill/>
          <a:ln/>
          <a:effectLst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MEMORY</a:t>
            </a:r>
            <a:endParaRPr lang="en-US" sz="900" dirty="0"/>
          </a:p>
        </p:txBody>
      </p:sp>
      <p:sp>
        <p:nvSpPr>
          <p:cNvPr id="102" name="Text 32">
            <a:extLst>
              <a:ext uri="{FF2B5EF4-FFF2-40B4-BE49-F238E27FC236}">
                <a16:creationId xmlns:a16="http://schemas.microsoft.com/office/drawing/2014/main" id="{F7901C66-812C-4886-36EB-871EE84B919C}"/>
              </a:ext>
            </a:extLst>
          </p:cNvPr>
          <p:cNvSpPr/>
          <p:nvPr/>
        </p:nvSpPr>
        <p:spPr>
          <a:xfrm>
            <a:off x="3627120" y="356982"/>
            <a:ext cx="1920240" cy="228234"/>
          </a:xfrm>
          <a:prstGeom prst="rect">
            <a:avLst/>
          </a:prstGeom>
          <a:noFill/>
          <a:ln/>
          <a:effectLst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00" i="1" dirty="0">
                <a:solidFill>
                  <a:srgbClr val="6688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DDR / Flash</a:t>
            </a:r>
            <a:endParaRPr lang="en-US" sz="700" dirty="0"/>
          </a:p>
        </p:txBody>
      </p:sp>
      <p:sp>
        <p:nvSpPr>
          <p:cNvPr id="103" name="Shape 33">
            <a:extLst>
              <a:ext uri="{FF2B5EF4-FFF2-40B4-BE49-F238E27FC236}">
                <a16:creationId xmlns:a16="http://schemas.microsoft.com/office/drawing/2014/main" id="{D0F3ECC6-C994-F5B3-0D53-35CCA86239B0}"/>
              </a:ext>
            </a:extLst>
          </p:cNvPr>
          <p:cNvSpPr/>
          <p:nvPr/>
        </p:nvSpPr>
        <p:spPr>
          <a:xfrm>
            <a:off x="6752844" y="981710"/>
            <a:ext cx="1737360" cy="475488"/>
          </a:xfrm>
          <a:prstGeom prst="rect">
            <a:avLst/>
          </a:prstGeom>
          <a:solidFill>
            <a:srgbClr val="2A1E00"/>
          </a:solidFill>
          <a:ln w="15240">
            <a:solidFill>
              <a:srgbClr val="CC9900"/>
            </a:solidFill>
            <a:prstDash val="soli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04" name="Text 34">
            <a:extLst>
              <a:ext uri="{FF2B5EF4-FFF2-40B4-BE49-F238E27FC236}">
                <a16:creationId xmlns:a16="http://schemas.microsoft.com/office/drawing/2014/main" id="{B0ABE66A-C2B1-BD39-538C-C62E4BBA7176}"/>
              </a:ext>
            </a:extLst>
          </p:cNvPr>
          <p:cNvSpPr/>
          <p:nvPr/>
        </p:nvSpPr>
        <p:spPr>
          <a:xfrm>
            <a:off x="6752844" y="968715"/>
            <a:ext cx="1737360" cy="266273"/>
          </a:xfrm>
          <a:prstGeom prst="rect">
            <a:avLst/>
          </a:prstGeom>
          <a:noFill/>
          <a:ln/>
          <a:effectLst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SECURE KEY</a:t>
            </a:r>
            <a:endParaRPr lang="en-US" sz="900" dirty="0"/>
          </a:p>
        </p:txBody>
      </p:sp>
      <p:sp>
        <p:nvSpPr>
          <p:cNvPr id="105" name="Text 35">
            <a:extLst>
              <a:ext uri="{FF2B5EF4-FFF2-40B4-BE49-F238E27FC236}">
                <a16:creationId xmlns:a16="http://schemas.microsoft.com/office/drawing/2014/main" id="{C6F6303B-1B69-13BD-DA00-F052355C28E9}"/>
              </a:ext>
            </a:extLst>
          </p:cNvPr>
          <p:cNvSpPr/>
          <p:nvPr/>
        </p:nvSpPr>
        <p:spPr>
          <a:xfrm>
            <a:off x="6752844" y="1228964"/>
            <a:ext cx="1737360" cy="228234"/>
          </a:xfrm>
          <a:prstGeom prst="rect">
            <a:avLst/>
          </a:prstGeom>
          <a:noFill/>
          <a:ln/>
          <a:effectLst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00" i="1" dirty="0">
                <a:solidFill>
                  <a:srgbClr val="6688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Storage</a:t>
            </a:r>
            <a:endParaRPr lang="en-US" sz="700" dirty="0"/>
          </a:p>
        </p:txBody>
      </p:sp>
      <p:sp>
        <p:nvSpPr>
          <p:cNvPr id="106" name="Shape 58">
            <a:extLst>
              <a:ext uri="{FF2B5EF4-FFF2-40B4-BE49-F238E27FC236}">
                <a16:creationId xmlns:a16="http://schemas.microsoft.com/office/drawing/2014/main" id="{063F02D4-9C4D-1C7E-43AC-2BB0C16CC569}"/>
              </a:ext>
            </a:extLst>
          </p:cNvPr>
          <p:cNvSpPr/>
          <p:nvPr/>
        </p:nvSpPr>
        <p:spPr>
          <a:xfrm flipH="1">
            <a:off x="4589702" y="591800"/>
            <a:ext cx="4572" cy="889528"/>
          </a:xfrm>
          <a:prstGeom prst="line">
            <a:avLst/>
          </a:prstGeom>
          <a:noFill/>
          <a:ln w="22860">
            <a:solidFill>
              <a:srgbClr val="9B4DFF">
                <a:alpha val="95000"/>
              </a:srgbClr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07" name="Text 59">
            <a:extLst>
              <a:ext uri="{FF2B5EF4-FFF2-40B4-BE49-F238E27FC236}">
                <a16:creationId xmlns:a16="http://schemas.microsoft.com/office/drawing/2014/main" id="{858D6250-D94D-15E7-4435-58806B56E4DF}"/>
              </a:ext>
            </a:extLst>
          </p:cNvPr>
          <p:cNvSpPr/>
          <p:nvPr/>
        </p:nvSpPr>
        <p:spPr>
          <a:xfrm>
            <a:off x="4655820" y="713232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9B4D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FW_Data</a:t>
            </a:r>
            <a:endParaRPr lang="en-US" sz="700" dirty="0"/>
          </a:p>
        </p:txBody>
      </p:sp>
      <p:sp>
        <p:nvSpPr>
          <p:cNvPr id="108" name="Text 60">
            <a:extLst>
              <a:ext uri="{FF2B5EF4-FFF2-40B4-BE49-F238E27FC236}">
                <a16:creationId xmlns:a16="http://schemas.microsoft.com/office/drawing/2014/main" id="{7DB156BE-5DBE-AD97-5F02-3F15FF01EC7C}"/>
              </a:ext>
            </a:extLst>
          </p:cNvPr>
          <p:cNvSpPr/>
          <p:nvPr/>
        </p:nvSpPr>
        <p:spPr>
          <a:xfrm>
            <a:off x="4655820" y="914400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9B4D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FW_Valid</a:t>
            </a:r>
            <a:endParaRPr lang="en-US" sz="700" dirty="0"/>
          </a:p>
        </p:txBody>
      </p:sp>
      <p:sp>
        <p:nvSpPr>
          <p:cNvPr id="109" name="Text 61">
            <a:extLst>
              <a:ext uri="{FF2B5EF4-FFF2-40B4-BE49-F238E27FC236}">
                <a16:creationId xmlns:a16="http://schemas.microsoft.com/office/drawing/2014/main" id="{9233BE39-026F-B5F4-502A-A4ECBA636A71}"/>
              </a:ext>
            </a:extLst>
          </p:cNvPr>
          <p:cNvSpPr/>
          <p:nvPr/>
        </p:nvSpPr>
        <p:spPr>
          <a:xfrm>
            <a:off x="4655820" y="1115568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9B4D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FW_last</a:t>
            </a:r>
            <a:endParaRPr lang="en-US" sz="700" dirty="0"/>
          </a:p>
        </p:txBody>
      </p:sp>
      <p:sp>
        <p:nvSpPr>
          <p:cNvPr id="110" name="Shape 62">
            <a:extLst>
              <a:ext uri="{FF2B5EF4-FFF2-40B4-BE49-F238E27FC236}">
                <a16:creationId xmlns:a16="http://schemas.microsoft.com/office/drawing/2014/main" id="{F9575183-A102-715C-DDD8-7C0CDB82FF05}"/>
              </a:ext>
            </a:extLst>
          </p:cNvPr>
          <p:cNvSpPr/>
          <p:nvPr/>
        </p:nvSpPr>
        <p:spPr>
          <a:xfrm flipH="1">
            <a:off x="5757672" y="1321856"/>
            <a:ext cx="995172" cy="491958"/>
          </a:xfrm>
          <a:prstGeom prst="line">
            <a:avLst/>
          </a:prstGeom>
          <a:noFill/>
          <a:ln w="22860">
            <a:solidFill>
              <a:srgbClr val="FFD000">
                <a:alpha val="95000"/>
              </a:srgbClr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11" name="Text 63">
            <a:extLst>
              <a:ext uri="{FF2B5EF4-FFF2-40B4-BE49-F238E27FC236}">
                <a16:creationId xmlns:a16="http://schemas.microsoft.com/office/drawing/2014/main" id="{D261E204-6AD4-1158-4748-4370EE2C7D50}"/>
              </a:ext>
            </a:extLst>
          </p:cNvPr>
          <p:cNvSpPr/>
          <p:nvPr/>
        </p:nvSpPr>
        <p:spPr>
          <a:xfrm>
            <a:off x="5422392" y="1170432"/>
            <a:ext cx="868680" cy="219456"/>
          </a:xfrm>
          <a:prstGeom prst="rect">
            <a:avLst/>
          </a:prstGeom>
          <a:solidFill>
            <a:srgbClr val="041020"/>
          </a:solidFill>
          <a:ln w="8890">
            <a:solidFill>
              <a:srgbClr val="FFD000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D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Secure Key</a:t>
            </a:r>
            <a:endParaRPr lang="en-US" sz="750" dirty="0"/>
          </a:p>
        </p:txBody>
      </p:sp>
    </p:spTree>
    <p:extLst>
      <p:ext uri="{BB962C8B-B14F-4D97-AF65-F5344CB8AC3E}">
        <p14:creationId xmlns:p14="http://schemas.microsoft.com/office/powerpoint/2010/main" val="103139505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med" p14:dur="700">
        <p159:morph option="byObject"/>
      </p:transition>
    </mc:Choice>
    <mc:Fallback xmlns=""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4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" cy="5143500"/>
          </a:xfrm>
          <a:prstGeom prst="rect">
            <a:avLst/>
          </a:prstGeom>
          <a:solidFill>
            <a:srgbClr val="0A2040"/>
          </a:solidFill>
          <a:ln w="3810">
            <a:solidFill>
              <a:srgbClr val="0A20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914400" y="0"/>
            <a:ext cx="5486" cy="5143500"/>
          </a:xfrm>
          <a:prstGeom prst="rect">
            <a:avLst/>
          </a:prstGeom>
          <a:solidFill>
            <a:srgbClr val="0A2040"/>
          </a:solidFill>
          <a:ln w="3810">
            <a:solidFill>
              <a:srgbClr val="0A20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1828800" y="0"/>
            <a:ext cx="5486" cy="5143500"/>
          </a:xfrm>
          <a:prstGeom prst="rect">
            <a:avLst/>
          </a:prstGeom>
          <a:solidFill>
            <a:srgbClr val="0A2040"/>
          </a:solidFill>
          <a:ln w="3810">
            <a:solidFill>
              <a:srgbClr val="0A20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2743200" y="0"/>
            <a:ext cx="5486" cy="5143500"/>
          </a:xfrm>
          <a:prstGeom prst="rect">
            <a:avLst/>
          </a:prstGeom>
          <a:solidFill>
            <a:srgbClr val="0A2040"/>
          </a:solidFill>
          <a:ln w="3810">
            <a:solidFill>
              <a:srgbClr val="0A20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657600" y="0"/>
            <a:ext cx="5486" cy="5143500"/>
          </a:xfrm>
          <a:prstGeom prst="rect">
            <a:avLst/>
          </a:prstGeom>
          <a:solidFill>
            <a:srgbClr val="0A2040"/>
          </a:solidFill>
          <a:ln w="3810">
            <a:solidFill>
              <a:srgbClr val="0A20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4572000" y="0"/>
            <a:ext cx="5486" cy="5143500"/>
          </a:xfrm>
          <a:prstGeom prst="rect">
            <a:avLst/>
          </a:prstGeom>
          <a:solidFill>
            <a:srgbClr val="0A2040"/>
          </a:solidFill>
          <a:ln w="3810">
            <a:solidFill>
              <a:srgbClr val="0A20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5486400" y="0"/>
            <a:ext cx="5486" cy="5143500"/>
          </a:xfrm>
          <a:prstGeom prst="rect">
            <a:avLst/>
          </a:prstGeom>
          <a:solidFill>
            <a:srgbClr val="0A2040"/>
          </a:solidFill>
          <a:ln w="3810">
            <a:solidFill>
              <a:srgbClr val="0A20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6400800" y="0"/>
            <a:ext cx="5486" cy="5143500"/>
          </a:xfrm>
          <a:prstGeom prst="rect">
            <a:avLst/>
          </a:prstGeom>
          <a:solidFill>
            <a:srgbClr val="0A2040"/>
          </a:solidFill>
          <a:ln w="3810">
            <a:solidFill>
              <a:srgbClr val="0A20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7315200" y="0"/>
            <a:ext cx="5486" cy="5143500"/>
          </a:xfrm>
          <a:prstGeom prst="rect">
            <a:avLst/>
          </a:prstGeom>
          <a:solidFill>
            <a:srgbClr val="0A2040"/>
          </a:solidFill>
          <a:ln w="3810">
            <a:solidFill>
              <a:srgbClr val="0A20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8229600" y="0"/>
            <a:ext cx="5486" cy="5143500"/>
          </a:xfrm>
          <a:prstGeom prst="rect">
            <a:avLst/>
          </a:prstGeom>
          <a:solidFill>
            <a:srgbClr val="0A2040"/>
          </a:solidFill>
          <a:ln w="3810">
            <a:solidFill>
              <a:srgbClr val="0A20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9144000" y="0"/>
            <a:ext cx="5486" cy="5143500"/>
          </a:xfrm>
          <a:prstGeom prst="rect">
            <a:avLst/>
          </a:prstGeom>
          <a:solidFill>
            <a:srgbClr val="0A2040"/>
          </a:solidFill>
          <a:ln w="3810">
            <a:solidFill>
              <a:srgbClr val="0A20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0" y="0"/>
            <a:ext cx="9144000" cy="5486"/>
          </a:xfrm>
          <a:prstGeom prst="rect">
            <a:avLst/>
          </a:prstGeom>
          <a:solidFill>
            <a:srgbClr val="0A2040"/>
          </a:solidFill>
          <a:ln w="3810">
            <a:solidFill>
              <a:srgbClr val="0A20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0" y="768096"/>
            <a:ext cx="9144000" cy="5486"/>
          </a:xfrm>
          <a:prstGeom prst="rect">
            <a:avLst/>
          </a:prstGeom>
          <a:solidFill>
            <a:srgbClr val="0A2040"/>
          </a:solidFill>
          <a:ln w="3810">
            <a:solidFill>
              <a:srgbClr val="0A20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0" y="1536192"/>
            <a:ext cx="9144000" cy="5486"/>
          </a:xfrm>
          <a:prstGeom prst="rect">
            <a:avLst/>
          </a:prstGeom>
          <a:solidFill>
            <a:srgbClr val="0A2040"/>
          </a:solidFill>
          <a:ln w="3810">
            <a:solidFill>
              <a:srgbClr val="0A20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0" y="2304288"/>
            <a:ext cx="9144000" cy="5486"/>
          </a:xfrm>
          <a:prstGeom prst="rect">
            <a:avLst/>
          </a:prstGeom>
          <a:solidFill>
            <a:srgbClr val="0A2040"/>
          </a:solidFill>
          <a:ln w="3810">
            <a:solidFill>
              <a:srgbClr val="0A20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0" y="3072384"/>
            <a:ext cx="9144000" cy="5486"/>
          </a:xfrm>
          <a:prstGeom prst="rect">
            <a:avLst/>
          </a:prstGeom>
          <a:solidFill>
            <a:srgbClr val="0A2040"/>
          </a:solidFill>
          <a:ln w="3810">
            <a:solidFill>
              <a:srgbClr val="0A20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0" y="3840480"/>
            <a:ext cx="9144000" cy="5486"/>
          </a:xfrm>
          <a:prstGeom prst="rect">
            <a:avLst/>
          </a:prstGeom>
          <a:solidFill>
            <a:srgbClr val="0A2040"/>
          </a:solidFill>
          <a:ln w="3810">
            <a:solidFill>
              <a:srgbClr val="0A20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0" y="4608576"/>
            <a:ext cx="9144000" cy="5486"/>
          </a:xfrm>
          <a:prstGeom prst="rect">
            <a:avLst/>
          </a:prstGeom>
          <a:solidFill>
            <a:srgbClr val="0A2040"/>
          </a:solidFill>
          <a:ln w="3810">
            <a:solidFill>
              <a:srgbClr val="0A20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0" y="5079492"/>
            <a:ext cx="9144000" cy="64008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73152" y="64008"/>
            <a:ext cx="274320" cy="36576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73152" y="64008"/>
            <a:ext cx="36576" cy="22860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8796528" y="64008"/>
            <a:ext cx="274320" cy="36576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9034272" y="64008"/>
            <a:ext cx="36576" cy="22860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73152" y="5042916"/>
            <a:ext cx="274320" cy="36576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73152" y="4850892"/>
            <a:ext cx="36576" cy="22860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8796528" y="5042916"/>
            <a:ext cx="274320" cy="36576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9034272" y="4850892"/>
            <a:ext cx="36576" cy="22860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0" y="109728"/>
            <a:ext cx="9144000" cy="548640"/>
          </a:xfrm>
          <a:prstGeom prst="rect">
            <a:avLst/>
          </a:prstGeom>
          <a:noFill/>
          <a:ln/>
          <a:effectLst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kern="0" spc="500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BOOT FLOW SUMMARY</a:t>
            </a:r>
            <a:endParaRPr lang="en-US" sz="2600" dirty="0"/>
          </a:p>
        </p:txBody>
      </p:sp>
      <p:sp>
        <p:nvSpPr>
          <p:cNvPr id="31" name="Shape 29"/>
          <p:cNvSpPr/>
          <p:nvPr/>
        </p:nvSpPr>
        <p:spPr>
          <a:xfrm>
            <a:off x="548640" y="658368"/>
            <a:ext cx="8046720" cy="36576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201168" y="804672"/>
            <a:ext cx="4160520" cy="4160520"/>
          </a:xfrm>
          <a:prstGeom prst="rect">
            <a:avLst/>
          </a:prstGeom>
          <a:solidFill>
            <a:srgbClr val="011508"/>
          </a:solidFill>
          <a:ln w="19050">
            <a:solidFill>
              <a:srgbClr val="00E87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201168" y="804672"/>
            <a:ext cx="41605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E8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✓  SUCCESS PATH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292608" y="1307592"/>
            <a:ext cx="128016" cy="256032"/>
          </a:xfrm>
          <a:prstGeom prst="rect">
            <a:avLst/>
          </a:prstGeom>
          <a:solidFill>
            <a:srgbClr val="00E878"/>
          </a:solidFill>
          <a:ln w="12700">
            <a:solidFill>
              <a:srgbClr val="00E87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502920" y="1280160"/>
            <a:ext cx="3749040" cy="320040"/>
          </a:xfrm>
          <a:prstGeom prst="rect">
            <a:avLst/>
          </a:prstGeom>
          <a:noFill/>
          <a:ln/>
          <a:effectLst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688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  Power ON  →  BOOT_REQ asserted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292608" y="1746504"/>
            <a:ext cx="128016" cy="256032"/>
          </a:xfrm>
          <a:prstGeom prst="rect">
            <a:avLst/>
          </a:prstGeom>
          <a:solidFill>
            <a:srgbClr val="00E878"/>
          </a:solidFill>
          <a:ln w="12700">
            <a:solidFill>
              <a:srgbClr val="00E87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502920" y="1719072"/>
            <a:ext cx="3749040" cy="320040"/>
          </a:xfrm>
          <a:prstGeom prst="rect">
            <a:avLst/>
          </a:prstGeom>
          <a:noFill/>
          <a:ln/>
          <a:effectLst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688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2.  Boot FSM  →  auth_start signal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292608" y="2185416"/>
            <a:ext cx="128016" cy="256032"/>
          </a:xfrm>
          <a:prstGeom prst="rect">
            <a:avLst/>
          </a:prstGeom>
          <a:solidFill>
            <a:srgbClr val="00E878"/>
          </a:solidFill>
          <a:ln w="12700">
            <a:solidFill>
              <a:srgbClr val="00E87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502920" y="2157984"/>
            <a:ext cx="3749040" cy="320040"/>
          </a:xfrm>
          <a:prstGeom prst="rect">
            <a:avLst/>
          </a:prstGeom>
          <a:noFill/>
          <a:ln/>
          <a:effectLst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688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3.  Auth Engine  →  STARTED state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292608" y="2624328"/>
            <a:ext cx="128016" cy="256032"/>
          </a:xfrm>
          <a:prstGeom prst="rect">
            <a:avLst/>
          </a:prstGeom>
          <a:solidFill>
            <a:srgbClr val="00E878"/>
          </a:solidFill>
          <a:ln w="12700">
            <a:solidFill>
              <a:srgbClr val="00E87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502920" y="2596896"/>
            <a:ext cx="3749040" cy="320040"/>
          </a:xfrm>
          <a:prstGeom prst="rect">
            <a:avLst/>
          </a:prstGeom>
          <a:noFill/>
          <a:ln/>
          <a:effectLst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688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4.  Memory streams FW_Data to Auth Engine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292608" y="3063240"/>
            <a:ext cx="128016" cy="256032"/>
          </a:xfrm>
          <a:prstGeom prst="rect">
            <a:avLst/>
          </a:prstGeom>
          <a:solidFill>
            <a:srgbClr val="00E878"/>
          </a:solidFill>
          <a:ln w="12700">
            <a:solidFill>
              <a:srgbClr val="00E87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502920" y="3035808"/>
            <a:ext cx="3749040" cy="320040"/>
          </a:xfrm>
          <a:prstGeom prst="rect">
            <a:avLst/>
          </a:prstGeom>
          <a:noFill/>
          <a:ln/>
          <a:effectLst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688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5.  Secure Key loaded into Auth Engine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292608" y="3502152"/>
            <a:ext cx="128016" cy="256032"/>
          </a:xfrm>
          <a:prstGeom prst="rect">
            <a:avLst/>
          </a:prstGeom>
          <a:solidFill>
            <a:srgbClr val="00E878"/>
          </a:solidFill>
          <a:ln w="12700">
            <a:solidFill>
              <a:srgbClr val="00E87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502920" y="3474720"/>
            <a:ext cx="3749040" cy="320040"/>
          </a:xfrm>
          <a:prstGeom prst="rect">
            <a:avLst/>
          </a:prstGeom>
          <a:noFill/>
          <a:ln/>
          <a:effectLst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688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6.  Cryptographic verification runs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292608" y="3941064"/>
            <a:ext cx="128016" cy="256032"/>
          </a:xfrm>
          <a:prstGeom prst="rect">
            <a:avLst/>
          </a:prstGeom>
          <a:solidFill>
            <a:srgbClr val="00E878"/>
          </a:solidFill>
          <a:ln w="12700">
            <a:solidFill>
              <a:srgbClr val="00E87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502920" y="3913632"/>
            <a:ext cx="3749040" cy="320040"/>
          </a:xfrm>
          <a:prstGeom prst="rect">
            <a:avLst/>
          </a:prstGeom>
          <a:noFill/>
          <a:ln/>
          <a:effectLst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688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7.  AUTH_PASS  →  Policy Engine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292608" y="4379976"/>
            <a:ext cx="128016" cy="256032"/>
          </a:xfrm>
          <a:prstGeom prst="rect">
            <a:avLst/>
          </a:prstGeom>
          <a:solidFill>
            <a:srgbClr val="00E878"/>
          </a:solidFill>
          <a:ln w="12700">
            <a:solidFill>
              <a:srgbClr val="00E87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 47"/>
          <p:cNvSpPr/>
          <p:nvPr/>
        </p:nvSpPr>
        <p:spPr>
          <a:xfrm>
            <a:off x="502920" y="4352544"/>
            <a:ext cx="3749040" cy="320040"/>
          </a:xfrm>
          <a:prstGeom prst="rect">
            <a:avLst/>
          </a:prstGeom>
          <a:noFill/>
          <a:ln/>
          <a:effectLst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688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8.  Policy ALLOW  →  Device Authenticated ✓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4782312" y="804672"/>
            <a:ext cx="4160520" cy="4160520"/>
          </a:xfrm>
          <a:prstGeom prst="rect">
            <a:avLst/>
          </a:prstGeom>
          <a:solidFill>
            <a:srgbClr val="150100"/>
          </a:solidFill>
          <a:ln w="19050">
            <a:solidFill>
              <a:srgbClr val="FF22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Text 49"/>
          <p:cNvSpPr/>
          <p:nvPr/>
        </p:nvSpPr>
        <p:spPr>
          <a:xfrm>
            <a:off x="4782312" y="804672"/>
            <a:ext cx="41605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22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✗  FAILURE PATH</a:t>
            </a:r>
            <a:endParaRPr lang="en-US" sz="1200" dirty="0"/>
          </a:p>
        </p:txBody>
      </p:sp>
      <p:sp>
        <p:nvSpPr>
          <p:cNvPr id="52" name="Shape 50"/>
          <p:cNvSpPr/>
          <p:nvPr/>
        </p:nvSpPr>
        <p:spPr>
          <a:xfrm>
            <a:off x="4873752" y="1307592"/>
            <a:ext cx="128016" cy="256032"/>
          </a:xfrm>
          <a:prstGeom prst="rect">
            <a:avLst/>
          </a:prstGeom>
          <a:solidFill>
            <a:srgbClr val="FF2244"/>
          </a:solidFill>
          <a:ln w="12700">
            <a:solidFill>
              <a:srgbClr val="FF22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Text 51"/>
          <p:cNvSpPr/>
          <p:nvPr/>
        </p:nvSpPr>
        <p:spPr>
          <a:xfrm>
            <a:off x="5084064" y="1280160"/>
            <a:ext cx="3749040" cy="320040"/>
          </a:xfrm>
          <a:prstGeom prst="rect">
            <a:avLst/>
          </a:prstGeom>
          <a:noFill/>
          <a:ln/>
          <a:effectLst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688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  Power ON  →  BOOT_REQ asserted</a:t>
            </a:r>
            <a:endParaRPr lang="en-US" sz="950" dirty="0"/>
          </a:p>
        </p:txBody>
      </p:sp>
      <p:sp>
        <p:nvSpPr>
          <p:cNvPr id="54" name="Shape 52"/>
          <p:cNvSpPr/>
          <p:nvPr/>
        </p:nvSpPr>
        <p:spPr>
          <a:xfrm>
            <a:off x="4873752" y="1746504"/>
            <a:ext cx="128016" cy="256032"/>
          </a:xfrm>
          <a:prstGeom prst="rect">
            <a:avLst/>
          </a:prstGeom>
          <a:solidFill>
            <a:srgbClr val="FF2244"/>
          </a:solidFill>
          <a:ln w="12700">
            <a:solidFill>
              <a:srgbClr val="FF22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Text 53"/>
          <p:cNvSpPr/>
          <p:nvPr/>
        </p:nvSpPr>
        <p:spPr>
          <a:xfrm>
            <a:off x="5084064" y="1719072"/>
            <a:ext cx="3749040" cy="320040"/>
          </a:xfrm>
          <a:prstGeom prst="rect">
            <a:avLst/>
          </a:prstGeom>
          <a:noFill/>
          <a:ln/>
          <a:effectLst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688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2.  Boot FSM  →  auth_start signal</a:t>
            </a:r>
            <a:endParaRPr lang="en-US" sz="950" dirty="0"/>
          </a:p>
        </p:txBody>
      </p:sp>
      <p:sp>
        <p:nvSpPr>
          <p:cNvPr id="56" name="Shape 54"/>
          <p:cNvSpPr/>
          <p:nvPr/>
        </p:nvSpPr>
        <p:spPr>
          <a:xfrm>
            <a:off x="4873752" y="2185416"/>
            <a:ext cx="128016" cy="256032"/>
          </a:xfrm>
          <a:prstGeom prst="rect">
            <a:avLst/>
          </a:prstGeom>
          <a:solidFill>
            <a:srgbClr val="FF2244"/>
          </a:solidFill>
          <a:ln w="12700">
            <a:solidFill>
              <a:srgbClr val="FF22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" name="Text 55"/>
          <p:cNvSpPr/>
          <p:nvPr/>
        </p:nvSpPr>
        <p:spPr>
          <a:xfrm>
            <a:off x="5084064" y="2157984"/>
            <a:ext cx="3749040" cy="320040"/>
          </a:xfrm>
          <a:prstGeom prst="rect">
            <a:avLst/>
          </a:prstGeom>
          <a:noFill/>
          <a:ln/>
          <a:effectLst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688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3.  Auth Engine  →  STARTED state</a:t>
            </a:r>
            <a:endParaRPr lang="en-US" sz="950" dirty="0"/>
          </a:p>
        </p:txBody>
      </p:sp>
      <p:sp>
        <p:nvSpPr>
          <p:cNvPr id="58" name="Shape 56"/>
          <p:cNvSpPr/>
          <p:nvPr/>
        </p:nvSpPr>
        <p:spPr>
          <a:xfrm>
            <a:off x="4873752" y="2624328"/>
            <a:ext cx="128016" cy="256032"/>
          </a:xfrm>
          <a:prstGeom prst="rect">
            <a:avLst/>
          </a:prstGeom>
          <a:solidFill>
            <a:srgbClr val="FF2244"/>
          </a:solidFill>
          <a:ln w="12700">
            <a:solidFill>
              <a:srgbClr val="FF22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9" name="Text 57"/>
          <p:cNvSpPr/>
          <p:nvPr/>
        </p:nvSpPr>
        <p:spPr>
          <a:xfrm>
            <a:off x="5084064" y="2596896"/>
            <a:ext cx="3749040" cy="320040"/>
          </a:xfrm>
          <a:prstGeom prst="rect">
            <a:avLst/>
          </a:prstGeom>
          <a:noFill/>
          <a:ln/>
          <a:effectLst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688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4.  Firmware + Secure Key loaded</a:t>
            </a:r>
            <a:endParaRPr lang="en-US" sz="950" dirty="0"/>
          </a:p>
        </p:txBody>
      </p:sp>
      <p:sp>
        <p:nvSpPr>
          <p:cNvPr id="60" name="Shape 58"/>
          <p:cNvSpPr/>
          <p:nvPr/>
        </p:nvSpPr>
        <p:spPr>
          <a:xfrm>
            <a:off x="4873752" y="3063240"/>
            <a:ext cx="128016" cy="256032"/>
          </a:xfrm>
          <a:prstGeom prst="rect">
            <a:avLst/>
          </a:prstGeom>
          <a:solidFill>
            <a:srgbClr val="FF2244"/>
          </a:solidFill>
          <a:ln w="12700">
            <a:solidFill>
              <a:srgbClr val="FF22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1" name="Text 59"/>
          <p:cNvSpPr/>
          <p:nvPr/>
        </p:nvSpPr>
        <p:spPr>
          <a:xfrm>
            <a:off x="5084064" y="3035808"/>
            <a:ext cx="3749040" cy="320040"/>
          </a:xfrm>
          <a:prstGeom prst="rect">
            <a:avLst/>
          </a:prstGeom>
          <a:noFill/>
          <a:ln/>
          <a:effectLst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688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5.  Verification FAILS  →  AUTH_FAIL</a:t>
            </a:r>
            <a:endParaRPr lang="en-US" sz="950" dirty="0"/>
          </a:p>
        </p:txBody>
      </p:sp>
      <p:sp>
        <p:nvSpPr>
          <p:cNvPr id="62" name="Shape 60"/>
          <p:cNvSpPr/>
          <p:nvPr/>
        </p:nvSpPr>
        <p:spPr>
          <a:xfrm>
            <a:off x="4873752" y="3502152"/>
            <a:ext cx="128016" cy="256032"/>
          </a:xfrm>
          <a:prstGeom prst="rect">
            <a:avLst/>
          </a:prstGeom>
          <a:solidFill>
            <a:srgbClr val="FF2244"/>
          </a:solidFill>
          <a:ln w="12700">
            <a:solidFill>
              <a:srgbClr val="FF22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3" name="Text 61"/>
          <p:cNvSpPr/>
          <p:nvPr/>
        </p:nvSpPr>
        <p:spPr>
          <a:xfrm>
            <a:off x="5084064" y="3474720"/>
            <a:ext cx="3749040" cy="320040"/>
          </a:xfrm>
          <a:prstGeom prst="rect">
            <a:avLst/>
          </a:prstGeom>
          <a:noFill/>
          <a:ln/>
          <a:effectLst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688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6.  Policy Engine  →  Policy DENY</a:t>
            </a:r>
            <a:endParaRPr lang="en-US" sz="950" dirty="0"/>
          </a:p>
        </p:txBody>
      </p:sp>
      <p:sp>
        <p:nvSpPr>
          <p:cNvPr id="64" name="Shape 62"/>
          <p:cNvSpPr/>
          <p:nvPr/>
        </p:nvSpPr>
        <p:spPr>
          <a:xfrm>
            <a:off x="4873752" y="3941064"/>
            <a:ext cx="128016" cy="256032"/>
          </a:xfrm>
          <a:prstGeom prst="rect">
            <a:avLst/>
          </a:prstGeom>
          <a:solidFill>
            <a:srgbClr val="FF2244"/>
          </a:solidFill>
          <a:ln w="12700">
            <a:solidFill>
              <a:srgbClr val="FF22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5" name="Text 63"/>
          <p:cNvSpPr/>
          <p:nvPr/>
        </p:nvSpPr>
        <p:spPr>
          <a:xfrm>
            <a:off x="5084064" y="3913632"/>
            <a:ext cx="3749040" cy="320040"/>
          </a:xfrm>
          <a:prstGeom prst="rect">
            <a:avLst/>
          </a:prstGeom>
          <a:noFill/>
          <a:ln/>
          <a:effectLst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688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7.  Retry Counter  →  Max Retry loop</a:t>
            </a:r>
            <a:endParaRPr lang="en-US" sz="950" dirty="0"/>
          </a:p>
        </p:txBody>
      </p:sp>
      <p:sp>
        <p:nvSpPr>
          <p:cNvPr id="66" name="Shape 64"/>
          <p:cNvSpPr/>
          <p:nvPr/>
        </p:nvSpPr>
        <p:spPr>
          <a:xfrm>
            <a:off x="4873752" y="4379976"/>
            <a:ext cx="128016" cy="256032"/>
          </a:xfrm>
          <a:prstGeom prst="rect">
            <a:avLst/>
          </a:prstGeom>
          <a:solidFill>
            <a:srgbClr val="FF2244"/>
          </a:solidFill>
          <a:ln w="12700">
            <a:solidFill>
              <a:srgbClr val="FF22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7" name="Text 65"/>
          <p:cNvSpPr/>
          <p:nvPr/>
        </p:nvSpPr>
        <p:spPr>
          <a:xfrm>
            <a:off x="5084064" y="4352544"/>
            <a:ext cx="3749040" cy="320040"/>
          </a:xfrm>
          <a:prstGeom prst="rect">
            <a:avLst/>
          </a:prstGeom>
          <a:noFill/>
          <a:ln/>
          <a:effectLst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688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8.  Lockdown  →  Device in Reset ✗</a:t>
            </a:r>
            <a:endParaRPr lang="en-US" sz="950" dirty="0"/>
          </a:p>
        </p:txBody>
      </p:sp>
      <p:sp>
        <p:nvSpPr>
          <p:cNvPr id="68" name="Shape 66"/>
          <p:cNvSpPr/>
          <p:nvPr/>
        </p:nvSpPr>
        <p:spPr>
          <a:xfrm>
            <a:off x="4434840" y="804672"/>
            <a:ext cx="274320" cy="4160520"/>
          </a:xfrm>
          <a:prstGeom prst="rect">
            <a:avLst/>
          </a:prstGeom>
          <a:solidFill>
            <a:srgbClr val="071830"/>
          </a:solidFill>
          <a:ln w="10160">
            <a:solidFill>
              <a:srgbClr val="0A30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9" name="Text 67"/>
          <p:cNvSpPr/>
          <p:nvPr/>
        </p:nvSpPr>
        <p:spPr>
          <a:xfrm>
            <a:off x="4407408" y="2743200"/>
            <a:ext cx="32918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4455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VS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950">
        <p159:morph option="byObject"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155</TotalTime>
  <Words>1073</Words>
  <Application>Microsoft Office PowerPoint</Application>
  <PresentationFormat>On-screen Show (16:9)</PresentationFormat>
  <Paragraphs>462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Hardware Root of Trust — Secure Boot Flow</dc:title>
  <dc:subject>PptxGenJS Presentation</dc:subject>
  <dc:creator>PptxGenJS</dc:creator>
  <cp:lastModifiedBy>gadi suresh</cp:lastModifiedBy>
  <cp:revision>8</cp:revision>
  <dcterms:created xsi:type="dcterms:W3CDTF">2026-03-07T03:00:51Z</dcterms:created>
  <dcterms:modified xsi:type="dcterms:W3CDTF">2026-05-05T08:28:26Z</dcterms:modified>
</cp:coreProperties>
</file>